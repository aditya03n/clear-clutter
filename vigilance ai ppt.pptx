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4" r:id="rId11"/>
    <p:sldId id="265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08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883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2C35E74-9258-491A-9DDF-E7038BBAC98C}" type="doc">
      <dgm:prSet loTypeId="urn:microsoft.com/office/officeart/2005/8/layout/chevron2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35C139DE-9330-48A9-A057-A8F1EE4559D0}">
      <dgm:prSet phldrT="[Text]" phldr="0"/>
      <dgm:spPr/>
      <dgm:t>
        <a:bodyPr/>
        <a:lstStyle/>
        <a:p>
          <a:endParaRPr lang="en-IN" dirty="0"/>
        </a:p>
      </dgm:t>
    </dgm:pt>
    <dgm:pt modelId="{54398ACD-B7A7-429C-B299-405E33CACBE0}" type="parTrans" cxnId="{A4AF105B-0EB1-45A7-8BAD-D69EBE421AE3}">
      <dgm:prSet/>
      <dgm:spPr/>
      <dgm:t>
        <a:bodyPr/>
        <a:lstStyle/>
        <a:p>
          <a:endParaRPr lang="en-IN"/>
        </a:p>
      </dgm:t>
    </dgm:pt>
    <dgm:pt modelId="{30926A9A-53F8-4598-B660-0D4FD79F2780}" type="sibTrans" cxnId="{A4AF105B-0EB1-45A7-8BAD-D69EBE421AE3}">
      <dgm:prSet/>
      <dgm:spPr/>
      <dgm:t>
        <a:bodyPr/>
        <a:lstStyle/>
        <a:p>
          <a:endParaRPr lang="en-IN"/>
        </a:p>
      </dgm:t>
    </dgm:pt>
    <dgm:pt modelId="{8CA93CEE-AFB1-4BF8-911A-9BB650BCCD79}">
      <dgm:prSet phldrT="[Text]" phldr="0"/>
      <dgm:spPr/>
      <dgm:t>
        <a:bodyPr/>
        <a:lstStyle/>
        <a:p>
          <a:r>
            <a:rPr lang="en-IN" dirty="0"/>
            <a:t>Student Webcam</a:t>
          </a:r>
        </a:p>
      </dgm:t>
    </dgm:pt>
    <dgm:pt modelId="{0D7508D9-A6C2-4950-8CAF-B1A3CE57DB43}" type="parTrans" cxnId="{904D485F-7362-4305-B588-135289BD8A26}">
      <dgm:prSet/>
      <dgm:spPr/>
      <dgm:t>
        <a:bodyPr/>
        <a:lstStyle/>
        <a:p>
          <a:endParaRPr lang="en-IN"/>
        </a:p>
      </dgm:t>
    </dgm:pt>
    <dgm:pt modelId="{6EFA6C89-5233-46CC-9C07-6FF186D0E0CA}" type="sibTrans" cxnId="{904D485F-7362-4305-B588-135289BD8A26}">
      <dgm:prSet/>
      <dgm:spPr/>
      <dgm:t>
        <a:bodyPr/>
        <a:lstStyle/>
        <a:p>
          <a:endParaRPr lang="en-IN"/>
        </a:p>
      </dgm:t>
    </dgm:pt>
    <dgm:pt modelId="{33BEFA08-EBEB-46C1-B6AC-09E1DC825249}">
      <dgm:prSet phldrT="[Text]" phldr="0"/>
      <dgm:spPr/>
      <dgm:t>
        <a:bodyPr/>
        <a:lstStyle/>
        <a:p>
          <a:r>
            <a:rPr lang="en-IN" dirty="0"/>
            <a:t> </a:t>
          </a:r>
        </a:p>
      </dgm:t>
    </dgm:pt>
    <dgm:pt modelId="{F771F3E4-C754-4C5C-B645-832A75640F15}" type="parTrans" cxnId="{6DC41B07-D2D2-4215-B226-371521ECAB4C}">
      <dgm:prSet/>
      <dgm:spPr/>
      <dgm:t>
        <a:bodyPr/>
        <a:lstStyle/>
        <a:p>
          <a:endParaRPr lang="en-IN"/>
        </a:p>
      </dgm:t>
    </dgm:pt>
    <dgm:pt modelId="{5AE0C1B3-FC0F-45F8-8E0E-6A2CA7CB5794}" type="sibTrans" cxnId="{6DC41B07-D2D2-4215-B226-371521ECAB4C}">
      <dgm:prSet/>
      <dgm:spPr/>
      <dgm:t>
        <a:bodyPr/>
        <a:lstStyle/>
        <a:p>
          <a:endParaRPr lang="en-IN"/>
        </a:p>
      </dgm:t>
    </dgm:pt>
    <dgm:pt modelId="{DFBC8CE0-54BB-4549-BBB4-72C8CA8BB593}">
      <dgm:prSet phldrT="[Text]" phldr="0"/>
      <dgm:spPr/>
      <dgm:t>
        <a:bodyPr/>
        <a:lstStyle/>
        <a:p>
          <a:r>
            <a:rPr lang="en-IN" dirty="0"/>
            <a:t>Browser JavaScript</a:t>
          </a:r>
        </a:p>
      </dgm:t>
    </dgm:pt>
    <dgm:pt modelId="{2B5FEC6D-DC44-4340-90E6-60B90ADA0402}" type="parTrans" cxnId="{6F51A984-FD47-4A52-B7D8-2AE057256D9C}">
      <dgm:prSet/>
      <dgm:spPr/>
      <dgm:t>
        <a:bodyPr/>
        <a:lstStyle/>
        <a:p>
          <a:endParaRPr lang="en-IN"/>
        </a:p>
      </dgm:t>
    </dgm:pt>
    <dgm:pt modelId="{F0835DE4-3D10-45FB-904C-91D9485C9E8F}" type="sibTrans" cxnId="{6F51A984-FD47-4A52-B7D8-2AE057256D9C}">
      <dgm:prSet/>
      <dgm:spPr/>
      <dgm:t>
        <a:bodyPr/>
        <a:lstStyle/>
        <a:p>
          <a:endParaRPr lang="en-IN"/>
        </a:p>
      </dgm:t>
    </dgm:pt>
    <dgm:pt modelId="{DC5EBA3F-239E-4527-B324-07A331C2EA66}">
      <dgm:prSet phldrT="[Text]" phldr="0"/>
      <dgm:spPr/>
      <dgm:t>
        <a:bodyPr/>
        <a:lstStyle/>
        <a:p>
          <a:r>
            <a:rPr lang="en-IN" dirty="0"/>
            <a:t> </a:t>
          </a:r>
        </a:p>
      </dgm:t>
    </dgm:pt>
    <dgm:pt modelId="{29B94D25-9CA4-45F1-A17A-AB9BF2CC30A3}" type="parTrans" cxnId="{5EA7A527-7893-4A7F-B653-36BD3B5C70EA}">
      <dgm:prSet/>
      <dgm:spPr/>
      <dgm:t>
        <a:bodyPr/>
        <a:lstStyle/>
        <a:p>
          <a:endParaRPr lang="en-IN"/>
        </a:p>
      </dgm:t>
    </dgm:pt>
    <dgm:pt modelId="{E916F9A2-5862-4690-9703-BED3F248B539}" type="sibTrans" cxnId="{5EA7A527-7893-4A7F-B653-36BD3B5C70EA}">
      <dgm:prSet/>
      <dgm:spPr/>
      <dgm:t>
        <a:bodyPr/>
        <a:lstStyle/>
        <a:p>
          <a:endParaRPr lang="en-IN"/>
        </a:p>
      </dgm:t>
    </dgm:pt>
    <dgm:pt modelId="{E3FAAA06-A513-4426-9896-68C26AC2D538}">
      <dgm:prSet phldrT="[Text]" phldr="0"/>
      <dgm:spPr/>
      <dgm:t>
        <a:bodyPr/>
        <a:lstStyle/>
        <a:p>
          <a:r>
            <a:rPr lang="en-IN" dirty="0"/>
            <a:t>Socket.IO Frame Transfer</a:t>
          </a:r>
        </a:p>
      </dgm:t>
    </dgm:pt>
    <dgm:pt modelId="{495347E8-3CC4-4639-8ECB-59D9E996BEDE}" type="parTrans" cxnId="{B2E87233-6A24-4327-86C0-46728544CD7C}">
      <dgm:prSet/>
      <dgm:spPr/>
      <dgm:t>
        <a:bodyPr/>
        <a:lstStyle/>
        <a:p>
          <a:endParaRPr lang="en-IN"/>
        </a:p>
      </dgm:t>
    </dgm:pt>
    <dgm:pt modelId="{DC13DCDD-D43B-413B-A25B-A05D090FEED1}" type="sibTrans" cxnId="{B2E87233-6A24-4327-86C0-46728544CD7C}">
      <dgm:prSet/>
      <dgm:spPr/>
      <dgm:t>
        <a:bodyPr/>
        <a:lstStyle/>
        <a:p>
          <a:endParaRPr lang="en-IN"/>
        </a:p>
      </dgm:t>
    </dgm:pt>
    <dgm:pt modelId="{F4F96066-2F74-41C4-9CBF-69D2A11B2D3B}">
      <dgm:prSet phldrT="[Text]" phldr="0"/>
      <dgm:spPr/>
      <dgm:t>
        <a:bodyPr/>
        <a:lstStyle/>
        <a:p>
          <a:endParaRPr lang="en-IN" dirty="0"/>
        </a:p>
      </dgm:t>
    </dgm:pt>
    <dgm:pt modelId="{BEF2D7E1-E320-421C-B8A1-B7010EB011B1}" type="parTrans" cxnId="{FDED1F79-AAA5-408E-8579-5C80B153FC08}">
      <dgm:prSet/>
      <dgm:spPr/>
      <dgm:t>
        <a:bodyPr/>
        <a:lstStyle/>
        <a:p>
          <a:endParaRPr lang="en-IN"/>
        </a:p>
      </dgm:t>
    </dgm:pt>
    <dgm:pt modelId="{2426084F-A0B6-47B8-84AB-E2C258EF477F}" type="sibTrans" cxnId="{FDED1F79-AAA5-408E-8579-5C80B153FC08}">
      <dgm:prSet/>
      <dgm:spPr/>
      <dgm:t>
        <a:bodyPr/>
        <a:lstStyle/>
        <a:p>
          <a:endParaRPr lang="en-IN"/>
        </a:p>
      </dgm:t>
    </dgm:pt>
    <dgm:pt modelId="{DF538A34-E611-485A-AE53-DCBAD08437E2}">
      <dgm:prSet phldrT="[Text]" phldr="0"/>
      <dgm:spPr/>
      <dgm:t>
        <a:bodyPr/>
        <a:lstStyle/>
        <a:p>
          <a:endParaRPr lang="en-IN" dirty="0"/>
        </a:p>
      </dgm:t>
    </dgm:pt>
    <dgm:pt modelId="{57796B78-8833-4717-8296-2002D6397BB7}" type="parTrans" cxnId="{BC64F315-0B72-499F-8CBF-3147EF7C6DAE}">
      <dgm:prSet/>
      <dgm:spPr/>
      <dgm:t>
        <a:bodyPr/>
        <a:lstStyle/>
        <a:p>
          <a:endParaRPr lang="en-IN"/>
        </a:p>
      </dgm:t>
    </dgm:pt>
    <dgm:pt modelId="{76DCE38B-CC0E-412C-9E9E-4224DD4C2431}" type="sibTrans" cxnId="{BC64F315-0B72-499F-8CBF-3147EF7C6DAE}">
      <dgm:prSet/>
      <dgm:spPr/>
      <dgm:t>
        <a:bodyPr/>
        <a:lstStyle/>
        <a:p>
          <a:endParaRPr lang="en-IN"/>
        </a:p>
      </dgm:t>
    </dgm:pt>
    <dgm:pt modelId="{0E79CD4C-7B86-41BE-B7E8-F8FE59B010B4}">
      <dgm:prSet phldrT="[Text]" phldr="0"/>
      <dgm:spPr/>
      <dgm:t>
        <a:bodyPr/>
        <a:lstStyle/>
        <a:p>
          <a:r>
            <a:rPr lang="en-IN" dirty="0" err="1"/>
            <a:t>MediaPipe</a:t>
          </a:r>
          <a:r>
            <a:rPr lang="en-IN" dirty="0"/>
            <a:t> Face Detection</a:t>
          </a:r>
        </a:p>
      </dgm:t>
    </dgm:pt>
    <dgm:pt modelId="{96FAE263-D770-4059-947D-95EADCBEEFAA}" type="parTrans" cxnId="{5BFBE98C-97A8-4990-BFCF-6A9A397667FB}">
      <dgm:prSet/>
      <dgm:spPr/>
      <dgm:t>
        <a:bodyPr/>
        <a:lstStyle/>
        <a:p>
          <a:endParaRPr lang="en-IN"/>
        </a:p>
      </dgm:t>
    </dgm:pt>
    <dgm:pt modelId="{A44AAC5D-9C69-4B8F-A49F-C7044D1E6AE1}" type="sibTrans" cxnId="{5BFBE98C-97A8-4990-BFCF-6A9A397667FB}">
      <dgm:prSet/>
      <dgm:spPr/>
      <dgm:t>
        <a:bodyPr/>
        <a:lstStyle/>
        <a:p>
          <a:endParaRPr lang="en-IN"/>
        </a:p>
      </dgm:t>
    </dgm:pt>
    <dgm:pt modelId="{1422C077-E3BA-4F8F-8574-1EC52375250E}">
      <dgm:prSet phldrT="[Text]" phldr="0"/>
      <dgm:spPr/>
      <dgm:t>
        <a:bodyPr/>
        <a:lstStyle/>
        <a:p>
          <a:endParaRPr lang="en-IN" dirty="0"/>
        </a:p>
      </dgm:t>
    </dgm:pt>
    <dgm:pt modelId="{C20E7CA0-5E92-439B-ADDD-BBDA0B1CE585}" type="parTrans" cxnId="{73C3B4CC-D786-4087-B1FF-054F8F168519}">
      <dgm:prSet/>
      <dgm:spPr/>
      <dgm:t>
        <a:bodyPr/>
        <a:lstStyle/>
        <a:p>
          <a:endParaRPr lang="en-IN"/>
        </a:p>
      </dgm:t>
    </dgm:pt>
    <dgm:pt modelId="{ADC65DA7-AC58-4A86-9250-AC219C4B3E8F}" type="sibTrans" cxnId="{73C3B4CC-D786-4087-B1FF-054F8F168519}">
      <dgm:prSet/>
      <dgm:spPr/>
      <dgm:t>
        <a:bodyPr/>
        <a:lstStyle/>
        <a:p>
          <a:endParaRPr lang="en-IN"/>
        </a:p>
      </dgm:t>
    </dgm:pt>
    <dgm:pt modelId="{7956FB7A-47A3-430E-A605-093076EF39FA}">
      <dgm:prSet phldrT="[Text]" phldr="0"/>
      <dgm:spPr/>
      <dgm:t>
        <a:bodyPr/>
        <a:lstStyle/>
        <a:p>
          <a:r>
            <a:rPr lang="en-IN" dirty="0"/>
            <a:t>Behaviour Analysis</a:t>
          </a:r>
        </a:p>
      </dgm:t>
    </dgm:pt>
    <dgm:pt modelId="{E73DCB57-7AC3-464A-9B66-AC33FBB80006}" type="parTrans" cxnId="{DBE09174-C820-493A-A7FC-D9E01F445CB8}">
      <dgm:prSet/>
      <dgm:spPr/>
      <dgm:t>
        <a:bodyPr/>
        <a:lstStyle/>
        <a:p>
          <a:endParaRPr lang="en-IN"/>
        </a:p>
      </dgm:t>
    </dgm:pt>
    <dgm:pt modelId="{192D01F5-1FA2-4E18-A2DF-87A93C1B836E}" type="sibTrans" cxnId="{DBE09174-C820-493A-A7FC-D9E01F445CB8}">
      <dgm:prSet/>
      <dgm:spPr/>
      <dgm:t>
        <a:bodyPr/>
        <a:lstStyle/>
        <a:p>
          <a:endParaRPr lang="en-IN"/>
        </a:p>
      </dgm:t>
    </dgm:pt>
    <dgm:pt modelId="{AE32BD50-6E63-469D-9716-BBFFAFCB086C}">
      <dgm:prSet phldrT="[Text]" phldr="0"/>
      <dgm:spPr/>
      <dgm:t>
        <a:bodyPr/>
        <a:lstStyle/>
        <a:p>
          <a:endParaRPr lang="en-IN" dirty="0"/>
        </a:p>
      </dgm:t>
    </dgm:pt>
    <dgm:pt modelId="{7B8C0B2D-12FD-47DF-8318-AEEA7ADFBCC2}" type="parTrans" cxnId="{51F4D1EA-7137-40E4-937C-AE52A091D392}">
      <dgm:prSet/>
      <dgm:spPr/>
      <dgm:t>
        <a:bodyPr/>
        <a:lstStyle/>
        <a:p>
          <a:endParaRPr lang="en-IN"/>
        </a:p>
      </dgm:t>
    </dgm:pt>
    <dgm:pt modelId="{6823ED1A-3A36-4592-BDA7-1939F76C714A}" type="sibTrans" cxnId="{51F4D1EA-7137-40E4-937C-AE52A091D392}">
      <dgm:prSet/>
      <dgm:spPr/>
      <dgm:t>
        <a:bodyPr/>
        <a:lstStyle/>
        <a:p>
          <a:endParaRPr lang="en-IN"/>
        </a:p>
      </dgm:t>
    </dgm:pt>
    <dgm:pt modelId="{B3D4D14E-3EF8-4305-986A-8AFDD5A9AF6B}">
      <dgm:prSet phldrT="[Text]" phldr="0"/>
      <dgm:spPr/>
      <dgm:t>
        <a:bodyPr/>
        <a:lstStyle/>
        <a:p>
          <a:r>
            <a:rPr lang="en-IN" dirty="0"/>
            <a:t>Flask </a:t>
          </a:r>
          <a:r>
            <a:rPr lang="en-IN" dirty="0" err="1"/>
            <a:t>Backhend</a:t>
          </a:r>
          <a:endParaRPr lang="en-IN" dirty="0"/>
        </a:p>
      </dgm:t>
    </dgm:pt>
    <dgm:pt modelId="{008BAF9A-35EC-4881-BB79-63666790B73E}" type="parTrans" cxnId="{42C293BF-1568-49AB-829A-05EEDAC90217}">
      <dgm:prSet/>
      <dgm:spPr/>
      <dgm:t>
        <a:bodyPr/>
        <a:lstStyle/>
        <a:p>
          <a:endParaRPr lang="en-IN"/>
        </a:p>
      </dgm:t>
    </dgm:pt>
    <dgm:pt modelId="{9DB16951-4FFA-49F1-BECE-C25A04F3B556}" type="sibTrans" cxnId="{42C293BF-1568-49AB-829A-05EEDAC90217}">
      <dgm:prSet/>
      <dgm:spPr/>
      <dgm:t>
        <a:bodyPr/>
        <a:lstStyle/>
        <a:p>
          <a:endParaRPr lang="en-IN"/>
        </a:p>
      </dgm:t>
    </dgm:pt>
    <dgm:pt modelId="{385AD4CE-2036-4954-9D98-9546DE7E55C6}">
      <dgm:prSet phldrT="[Text]" phldr="0"/>
      <dgm:spPr/>
      <dgm:t>
        <a:bodyPr/>
        <a:lstStyle/>
        <a:p>
          <a:r>
            <a:rPr lang="en-IN" dirty="0"/>
            <a:t>OpenCV Processing</a:t>
          </a:r>
        </a:p>
      </dgm:t>
    </dgm:pt>
    <dgm:pt modelId="{CA7E4EA0-6DB3-4DE6-84D6-E71F2E7BFC35}" type="parTrans" cxnId="{B07F97E5-DDB5-46B3-955C-1396DF6E6B6E}">
      <dgm:prSet/>
      <dgm:spPr/>
      <dgm:t>
        <a:bodyPr/>
        <a:lstStyle/>
        <a:p>
          <a:endParaRPr lang="en-IN"/>
        </a:p>
      </dgm:t>
    </dgm:pt>
    <dgm:pt modelId="{71556D18-092E-4C11-A561-39F33B8089F5}" type="sibTrans" cxnId="{B07F97E5-DDB5-46B3-955C-1396DF6E6B6E}">
      <dgm:prSet/>
      <dgm:spPr/>
      <dgm:t>
        <a:bodyPr/>
        <a:lstStyle/>
        <a:p>
          <a:endParaRPr lang="en-IN"/>
        </a:p>
      </dgm:t>
    </dgm:pt>
    <dgm:pt modelId="{0156F00E-32A5-452E-8D36-F132296D242B}">
      <dgm:prSet phldrT="[Text]" phldr="0"/>
      <dgm:spPr/>
      <dgm:t>
        <a:bodyPr/>
        <a:lstStyle/>
        <a:p>
          <a:endParaRPr lang="en-IN" dirty="0"/>
        </a:p>
      </dgm:t>
    </dgm:pt>
    <dgm:pt modelId="{E2BB50EF-B1CB-4FBA-836A-24F260C0C371}" type="parTrans" cxnId="{59CFC786-5C8A-4CC4-873A-B1CBED627D66}">
      <dgm:prSet/>
      <dgm:spPr/>
      <dgm:t>
        <a:bodyPr/>
        <a:lstStyle/>
        <a:p>
          <a:endParaRPr lang="en-IN"/>
        </a:p>
      </dgm:t>
    </dgm:pt>
    <dgm:pt modelId="{690C0C34-9965-4BB5-B3F5-8B16F600A9E2}" type="sibTrans" cxnId="{59CFC786-5C8A-4CC4-873A-B1CBED627D66}">
      <dgm:prSet/>
      <dgm:spPr/>
      <dgm:t>
        <a:bodyPr/>
        <a:lstStyle/>
        <a:p>
          <a:endParaRPr lang="en-IN"/>
        </a:p>
      </dgm:t>
    </dgm:pt>
    <dgm:pt modelId="{13BCAABD-28E8-4DDB-BA25-1935E55A0EE0}">
      <dgm:prSet phldrT="[Text]" phldr="0"/>
      <dgm:spPr/>
      <dgm:t>
        <a:bodyPr/>
        <a:lstStyle/>
        <a:p>
          <a:r>
            <a:rPr lang="en-IN" dirty="0"/>
            <a:t>Warning Generation</a:t>
          </a:r>
        </a:p>
      </dgm:t>
    </dgm:pt>
    <dgm:pt modelId="{C2377763-D04F-4C42-AC96-CF4ADE769EF7}" type="parTrans" cxnId="{6A9A5B89-EF62-45CC-8790-03EFCFB778AE}">
      <dgm:prSet/>
      <dgm:spPr/>
      <dgm:t>
        <a:bodyPr/>
        <a:lstStyle/>
        <a:p>
          <a:endParaRPr lang="en-IN"/>
        </a:p>
      </dgm:t>
    </dgm:pt>
    <dgm:pt modelId="{9B34B7C1-9409-4E92-9FAC-30FA3011F455}" type="sibTrans" cxnId="{6A9A5B89-EF62-45CC-8790-03EFCFB778AE}">
      <dgm:prSet/>
      <dgm:spPr/>
      <dgm:t>
        <a:bodyPr/>
        <a:lstStyle/>
        <a:p>
          <a:endParaRPr lang="en-IN"/>
        </a:p>
      </dgm:t>
    </dgm:pt>
    <dgm:pt modelId="{614ACC73-F4BE-4F6A-A89F-3FB01F53A7CD}">
      <dgm:prSet phldrT="[Text]" phldr="0"/>
      <dgm:spPr/>
      <dgm:t>
        <a:bodyPr/>
        <a:lstStyle/>
        <a:p>
          <a:endParaRPr lang="en-IN" dirty="0"/>
        </a:p>
      </dgm:t>
    </dgm:pt>
    <dgm:pt modelId="{DAAC49B6-AB52-4807-9BD2-B08B24AFAD03}" type="parTrans" cxnId="{AD5AD4AC-8893-495C-B954-7F37420670D3}">
      <dgm:prSet/>
      <dgm:spPr/>
      <dgm:t>
        <a:bodyPr/>
        <a:lstStyle/>
        <a:p>
          <a:endParaRPr lang="en-IN"/>
        </a:p>
      </dgm:t>
    </dgm:pt>
    <dgm:pt modelId="{651BC3F7-2B3D-4831-A989-6972BDBBE4F5}" type="sibTrans" cxnId="{AD5AD4AC-8893-495C-B954-7F37420670D3}">
      <dgm:prSet/>
      <dgm:spPr/>
      <dgm:t>
        <a:bodyPr/>
        <a:lstStyle/>
        <a:p>
          <a:endParaRPr lang="en-IN"/>
        </a:p>
      </dgm:t>
    </dgm:pt>
    <dgm:pt modelId="{663BC979-96B3-4E30-963B-814CD50B6E25}">
      <dgm:prSet phldrT="[Text]" phldr="0"/>
      <dgm:spPr/>
      <dgm:t>
        <a:bodyPr/>
        <a:lstStyle/>
        <a:p>
          <a:r>
            <a:rPr lang="en-IN" dirty="0"/>
            <a:t>Student UI + Admin Dashboard</a:t>
          </a:r>
        </a:p>
      </dgm:t>
    </dgm:pt>
    <dgm:pt modelId="{86AA9E76-FEFF-4310-AD99-AB38208E864A}" type="parTrans" cxnId="{4FA0CFEA-2297-475E-A1D3-27136AC51DD3}">
      <dgm:prSet/>
      <dgm:spPr/>
      <dgm:t>
        <a:bodyPr/>
        <a:lstStyle/>
        <a:p>
          <a:endParaRPr lang="en-IN"/>
        </a:p>
      </dgm:t>
    </dgm:pt>
    <dgm:pt modelId="{7AB11295-9ADB-49FB-A2B0-3FF3DE66C499}" type="sibTrans" cxnId="{4FA0CFEA-2297-475E-A1D3-27136AC51DD3}">
      <dgm:prSet/>
      <dgm:spPr/>
      <dgm:t>
        <a:bodyPr/>
        <a:lstStyle/>
        <a:p>
          <a:endParaRPr lang="en-IN"/>
        </a:p>
      </dgm:t>
    </dgm:pt>
    <dgm:pt modelId="{BA9031CE-5391-4F21-AEB3-0043DA0FC1B5}" type="pres">
      <dgm:prSet presAssocID="{32C35E74-9258-491A-9DDF-E7038BBAC98C}" presName="linearFlow" presStyleCnt="0">
        <dgm:presLayoutVars>
          <dgm:dir/>
          <dgm:animLvl val="lvl"/>
          <dgm:resizeHandles val="exact"/>
        </dgm:presLayoutVars>
      </dgm:prSet>
      <dgm:spPr/>
    </dgm:pt>
    <dgm:pt modelId="{4621BC42-D9D4-437F-BD1C-6A02AD8979C9}" type="pres">
      <dgm:prSet presAssocID="{35C139DE-9330-48A9-A057-A8F1EE4559D0}" presName="composite" presStyleCnt="0"/>
      <dgm:spPr/>
    </dgm:pt>
    <dgm:pt modelId="{2E068C16-63D8-4A99-9374-0DE18851CDDD}" type="pres">
      <dgm:prSet presAssocID="{35C139DE-9330-48A9-A057-A8F1EE4559D0}" presName="parentText" presStyleLbl="alignNode1" presStyleIdx="0" presStyleCnt="9">
        <dgm:presLayoutVars>
          <dgm:chMax val="1"/>
          <dgm:bulletEnabled val="1"/>
        </dgm:presLayoutVars>
      </dgm:prSet>
      <dgm:spPr/>
    </dgm:pt>
    <dgm:pt modelId="{9EC9F134-8666-4A41-99B0-2C2DCB69FB3E}" type="pres">
      <dgm:prSet presAssocID="{35C139DE-9330-48A9-A057-A8F1EE4559D0}" presName="descendantText" presStyleLbl="alignAcc1" presStyleIdx="0" presStyleCnt="9">
        <dgm:presLayoutVars>
          <dgm:bulletEnabled val="1"/>
        </dgm:presLayoutVars>
      </dgm:prSet>
      <dgm:spPr/>
    </dgm:pt>
    <dgm:pt modelId="{F61B18F2-1E29-4602-827F-FD55D4E8AD85}" type="pres">
      <dgm:prSet presAssocID="{30926A9A-53F8-4598-B660-0D4FD79F2780}" presName="sp" presStyleCnt="0"/>
      <dgm:spPr/>
    </dgm:pt>
    <dgm:pt modelId="{B25B4140-05A3-4EDE-8F7B-1FB86CC2E349}" type="pres">
      <dgm:prSet presAssocID="{33BEFA08-EBEB-46C1-B6AC-09E1DC825249}" presName="composite" presStyleCnt="0"/>
      <dgm:spPr/>
    </dgm:pt>
    <dgm:pt modelId="{102CDB67-360F-4CEA-8A49-F8D8125A3423}" type="pres">
      <dgm:prSet presAssocID="{33BEFA08-EBEB-46C1-B6AC-09E1DC825249}" presName="parentText" presStyleLbl="alignNode1" presStyleIdx="1" presStyleCnt="9">
        <dgm:presLayoutVars>
          <dgm:chMax val="1"/>
          <dgm:bulletEnabled val="1"/>
        </dgm:presLayoutVars>
      </dgm:prSet>
      <dgm:spPr/>
    </dgm:pt>
    <dgm:pt modelId="{B8A76865-6E1E-49F7-9326-0B13BFF7FDCE}" type="pres">
      <dgm:prSet presAssocID="{33BEFA08-EBEB-46C1-B6AC-09E1DC825249}" presName="descendantText" presStyleLbl="alignAcc1" presStyleIdx="1" presStyleCnt="9">
        <dgm:presLayoutVars>
          <dgm:bulletEnabled val="1"/>
        </dgm:presLayoutVars>
      </dgm:prSet>
      <dgm:spPr/>
    </dgm:pt>
    <dgm:pt modelId="{EAE96F7D-673A-4DC4-B593-59B45D530060}" type="pres">
      <dgm:prSet presAssocID="{5AE0C1B3-FC0F-45F8-8E0E-6A2CA7CB5794}" presName="sp" presStyleCnt="0"/>
      <dgm:spPr/>
    </dgm:pt>
    <dgm:pt modelId="{699D694F-83A9-469D-82B2-1AF7D16F3E67}" type="pres">
      <dgm:prSet presAssocID="{DC5EBA3F-239E-4527-B324-07A331C2EA66}" presName="composite" presStyleCnt="0"/>
      <dgm:spPr/>
    </dgm:pt>
    <dgm:pt modelId="{D41FEC1A-3243-446C-923A-5525366E6082}" type="pres">
      <dgm:prSet presAssocID="{DC5EBA3F-239E-4527-B324-07A331C2EA66}" presName="parentText" presStyleLbl="alignNode1" presStyleIdx="2" presStyleCnt="9">
        <dgm:presLayoutVars>
          <dgm:chMax val="1"/>
          <dgm:bulletEnabled val="1"/>
        </dgm:presLayoutVars>
      </dgm:prSet>
      <dgm:spPr/>
    </dgm:pt>
    <dgm:pt modelId="{2EF2C72C-DF84-4F2D-9753-5445CEA03C37}" type="pres">
      <dgm:prSet presAssocID="{DC5EBA3F-239E-4527-B324-07A331C2EA66}" presName="descendantText" presStyleLbl="alignAcc1" presStyleIdx="2" presStyleCnt="9">
        <dgm:presLayoutVars>
          <dgm:bulletEnabled val="1"/>
        </dgm:presLayoutVars>
      </dgm:prSet>
      <dgm:spPr/>
    </dgm:pt>
    <dgm:pt modelId="{88CE6431-CD2E-4D15-8480-ADB7C8BAFDC6}" type="pres">
      <dgm:prSet presAssocID="{E916F9A2-5862-4690-9703-BED3F248B539}" presName="sp" presStyleCnt="0"/>
      <dgm:spPr/>
    </dgm:pt>
    <dgm:pt modelId="{7DA20599-1397-4904-BCA7-E1BAD29C0B3D}" type="pres">
      <dgm:prSet presAssocID="{F4F96066-2F74-41C4-9CBF-69D2A11B2D3B}" presName="composite" presStyleCnt="0"/>
      <dgm:spPr/>
    </dgm:pt>
    <dgm:pt modelId="{13D54BAF-5841-42BC-AFB6-D1761D9270A0}" type="pres">
      <dgm:prSet presAssocID="{F4F96066-2F74-41C4-9CBF-69D2A11B2D3B}" presName="parentText" presStyleLbl="alignNode1" presStyleIdx="3" presStyleCnt="9">
        <dgm:presLayoutVars>
          <dgm:chMax val="1"/>
          <dgm:bulletEnabled val="1"/>
        </dgm:presLayoutVars>
      </dgm:prSet>
      <dgm:spPr/>
    </dgm:pt>
    <dgm:pt modelId="{408C0362-C0DD-4BDA-82BB-103FFAFF6C93}" type="pres">
      <dgm:prSet presAssocID="{F4F96066-2F74-41C4-9CBF-69D2A11B2D3B}" presName="descendantText" presStyleLbl="alignAcc1" presStyleIdx="3" presStyleCnt="9" custLinFactY="100000" custLinFactNeighborX="9600" custLinFactNeighborY="163701">
        <dgm:presLayoutVars>
          <dgm:bulletEnabled val="1"/>
        </dgm:presLayoutVars>
      </dgm:prSet>
      <dgm:spPr/>
    </dgm:pt>
    <dgm:pt modelId="{4897C40B-C07B-4583-AE58-C50972EAA20A}" type="pres">
      <dgm:prSet presAssocID="{2426084F-A0B6-47B8-84AB-E2C258EF477F}" presName="sp" presStyleCnt="0"/>
      <dgm:spPr/>
    </dgm:pt>
    <dgm:pt modelId="{5FB7D140-6538-4110-AE10-6AD98E77E16F}" type="pres">
      <dgm:prSet presAssocID="{DF538A34-E611-485A-AE53-DCBAD08437E2}" presName="composite" presStyleCnt="0"/>
      <dgm:spPr/>
    </dgm:pt>
    <dgm:pt modelId="{87A447CD-109C-46E0-AFB5-3DB2C85653B8}" type="pres">
      <dgm:prSet presAssocID="{DF538A34-E611-485A-AE53-DCBAD08437E2}" presName="parentText" presStyleLbl="alignNode1" presStyleIdx="4" presStyleCnt="9">
        <dgm:presLayoutVars>
          <dgm:chMax val="1"/>
          <dgm:bulletEnabled val="1"/>
        </dgm:presLayoutVars>
      </dgm:prSet>
      <dgm:spPr/>
    </dgm:pt>
    <dgm:pt modelId="{66A9FB90-EF87-4124-8904-C43EC4BEF607}" type="pres">
      <dgm:prSet presAssocID="{DF538A34-E611-485A-AE53-DCBAD08437E2}" presName="descendantText" presStyleLbl="alignAcc1" presStyleIdx="4" presStyleCnt="9">
        <dgm:presLayoutVars>
          <dgm:bulletEnabled val="1"/>
        </dgm:presLayoutVars>
      </dgm:prSet>
      <dgm:spPr/>
    </dgm:pt>
    <dgm:pt modelId="{5D375C8E-92EB-4020-966C-9F4CDA3AFB95}" type="pres">
      <dgm:prSet presAssocID="{76DCE38B-CC0E-412C-9E9E-4224DD4C2431}" presName="sp" presStyleCnt="0"/>
      <dgm:spPr/>
    </dgm:pt>
    <dgm:pt modelId="{8193E1B5-B971-4733-9066-8ACD52F307A3}" type="pres">
      <dgm:prSet presAssocID="{0156F00E-32A5-452E-8D36-F132296D242B}" presName="composite" presStyleCnt="0"/>
      <dgm:spPr/>
    </dgm:pt>
    <dgm:pt modelId="{09F81E42-8294-4646-9676-BEE827375D88}" type="pres">
      <dgm:prSet presAssocID="{0156F00E-32A5-452E-8D36-F132296D242B}" presName="parentText" presStyleLbl="alignNode1" presStyleIdx="5" presStyleCnt="9">
        <dgm:presLayoutVars>
          <dgm:chMax val="1"/>
          <dgm:bulletEnabled val="1"/>
        </dgm:presLayoutVars>
      </dgm:prSet>
      <dgm:spPr/>
    </dgm:pt>
    <dgm:pt modelId="{0DD8596B-AA41-4928-A333-5897CD5DC499}" type="pres">
      <dgm:prSet presAssocID="{0156F00E-32A5-452E-8D36-F132296D242B}" presName="descendantText" presStyleLbl="alignAcc1" presStyleIdx="5" presStyleCnt="9" custLinFactY="-100000" custLinFactNeighborX="0" custLinFactNeighborY="-166270">
        <dgm:presLayoutVars>
          <dgm:bulletEnabled val="1"/>
        </dgm:presLayoutVars>
      </dgm:prSet>
      <dgm:spPr/>
    </dgm:pt>
    <dgm:pt modelId="{4ED800B1-BD9D-46C9-94E7-210B41EE86B3}" type="pres">
      <dgm:prSet presAssocID="{690C0C34-9965-4BB5-B3F5-8B16F600A9E2}" presName="sp" presStyleCnt="0"/>
      <dgm:spPr/>
    </dgm:pt>
    <dgm:pt modelId="{48A65BBA-2D66-41CB-B80E-3562297DD5A4}" type="pres">
      <dgm:prSet presAssocID="{1422C077-E3BA-4F8F-8574-1EC52375250E}" presName="composite" presStyleCnt="0"/>
      <dgm:spPr/>
    </dgm:pt>
    <dgm:pt modelId="{57CB2EE9-409A-4D4E-B8CE-336AEA063FAC}" type="pres">
      <dgm:prSet presAssocID="{1422C077-E3BA-4F8F-8574-1EC52375250E}" presName="parentText" presStyleLbl="alignNode1" presStyleIdx="6" presStyleCnt="9">
        <dgm:presLayoutVars>
          <dgm:chMax val="1"/>
          <dgm:bulletEnabled val="1"/>
        </dgm:presLayoutVars>
      </dgm:prSet>
      <dgm:spPr/>
    </dgm:pt>
    <dgm:pt modelId="{44CAF8AF-3AE2-4917-B323-70908457C92B}" type="pres">
      <dgm:prSet presAssocID="{1422C077-E3BA-4F8F-8574-1EC52375250E}" presName="descendantText" presStyleLbl="alignAcc1" presStyleIdx="6" presStyleCnt="9">
        <dgm:presLayoutVars>
          <dgm:bulletEnabled val="1"/>
        </dgm:presLayoutVars>
      </dgm:prSet>
      <dgm:spPr/>
    </dgm:pt>
    <dgm:pt modelId="{C7C6FD2F-0A6A-438B-BBEF-776AD32E8602}" type="pres">
      <dgm:prSet presAssocID="{ADC65DA7-AC58-4A86-9250-AC219C4B3E8F}" presName="sp" presStyleCnt="0"/>
      <dgm:spPr/>
    </dgm:pt>
    <dgm:pt modelId="{7D324339-132E-4ECD-90B5-4B8A2963E1C7}" type="pres">
      <dgm:prSet presAssocID="{AE32BD50-6E63-469D-9716-BBFFAFCB086C}" presName="composite" presStyleCnt="0"/>
      <dgm:spPr/>
    </dgm:pt>
    <dgm:pt modelId="{39E414A0-91F8-486C-8D82-3930124E7FF3}" type="pres">
      <dgm:prSet presAssocID="{AE32BD50-6E63-469D-9716-BBFFAFCB086C}" presName="parentText" presStyleLbl="alignNode1" presStyleIdx="7" presStyleCnt="9">
        <dgm:presLayoutVars>
          <dgm:chMax val="1"/>
          <dgm:bulletEnabled val="1"/>
        </dgm:presLayoutVars>
      </dgm:prSet>
      <dgm:spPr/>
    </dgm:pt>
    <dgm:pt modelId="{4387B18C-CA2B-43C2-9532-E793262708D3}" type="pres">
      <dgm:prSet presAssocID="{AE32BD50-6E63-469D-9716-BBFFAFCB086C}" presName="descendantText" presStyleLbl="alignAcc1" presStyleIdx="7" presStyleCnt="9">
        <dgm:presLayoutVars>
          <dgm:bulletEnabled val="1"/>
        </dgm:presLayoutVars>
      </dgm:prSet>
      <dgm:spPr/>
    </dgm:pt>
    <dgm:pt modelId="{520F281B-89D4-4447-B387-A32A4336F5A1}" type="pres">
      <dgm:prSet presAssocID="{6823ED1A-3A36-4592-BDA7-1939F76C714A}" presName="sp" presStyleCnt="0"/>
      <dgm:spPr/>
    </dgm:pt>
    <dgm:pt modelId="{B26985C6-CDB3-4903-83F4-48B4C3544C00}" type="pres">
      <dgm:prSet presAssocID="{614ACC73-F4BE-4F6A-A89F-3FB01F53A7CD}" presName="composite" presStyleCnt="0"/>
      <dgm:spPr/>
    </dgm:pt>
    <dgm:pt modelId="{577F7F91-4445-45B4-AEFE-0112EA2183BA}" type="pres">
      <dgm:prSet presAssocID="{614ACC73-F4BE-4F6A-A89F-3FB01F53A7CD}" presName="parentText" presStyleLbl="alignNode1" presStyleIdx="8" presStyleCnt="9">
        <dgm:presLayoutVars>
          <dgm:chMax val="1"/>
          <dgm:bulletEnabled val="1"/>
        </dgm:presLayoutVars>
      </dgm:prSet>
      <dgm:spPr/>
    </dgm:pt>
    <dgm:pt modelId="{4B56D212-8968-4322-9E8A-4236D59D0C94}" type="pres">
      <dgm:prSet presAssocID="{614ACC73-F4BE-4F6A-A89F-3FB01F53A7CD}" presName="descendantText" presStyleLbl="alignAcc1" presStyleIdx="8" presStyleCnt="9">
        <dgm:presLayoutVars>
          <dgm:bulletEnabled val="1"/>
        </dgm:presLayoutVars>
      </dgm:prSet>
      <dgm:spPr/>
    </dgm:pt>
  </dgm:ptLst>
  <dgm:cxnLst>
    <dgm:cxn modelId="{6DC41B07-D2D2-4215-B226-371521ECAB4C}" srcId="{32C35E74-9258-491A-9DDF-E7038BBAC98C}" destId="{33BEFA08-EBEB-46C1-B6AC-09E1DC825249}" srcOrd="1" destOrd="0" parTransId="{F771F3E4-C754-4C5C-B645-832A75640F15}" sibTransId="{5AE0C1B3-FC0F-45F8-8E0E-6A2CA7CB5794}"/>
    <dgm:cxn modelId="{71AB680F-87A0-4ABA-90D8-230BF1644937}" type="presOf" srcId="{663BC979-96B3-4E30-963B-814CD50B6E25}" destId="{4B56D212-8968-4322-9E8A-4236D59D0C94}" srcOrd="0" destOrd="0" presId="urn:microsoft.com/office/officeart/2005/8/layout/chevron2"/>
    <dgm:cxn modelId="{04123E12-C730-4EDA-A210-34FD1855F21D}" type="presOf" srcId="{E3FAAA06-A513-4426-9896-68C26AC2D538}" destId="{2EF2C72C-DF84-4F2D-9753-5445CEA03C37}" srcOrd="0" destOrd="0" presId="urn:microsoft.com/office/officeart/2005/8/layout/chevron2"/>
    <dgm:cxn modelId="{BC64F315-0B72-499F-8CBF-3147EF7C6DAE}" srcId="{32C35E74-9258-491A-9DDF-E7038BBAC98C}" destId="{DF538A34-E611-485A-AE53-DCBAD08437E2}" srcOrd="4" destOrd="0" parTransId="{57796B78-8833-4717-8296-2002D6397BB7}" sibTransId="{76DCE38B-CC0E-412C-9E9E-4224DD4C2431}"/>
    <dgm:cxn modelId="{30E94922-3655-490D-9992-366D928A3C40}" type="presOf" srcId="{35C139DE-9330-48A9-A057-A8F1EE4559D0}" destId="{2E068C16-63D8-4A99-9374-0DE18851CDDD}" srcOrd="0" destOrd="0" presId="urn:microsoft.com/office/officeart/2005/8/layout/chevron2"/>
    <dgm:cxn modelId="{0E4BC423-5C65-4848-8989-901067CC89C0}" type="presOf" srcId="{385AD4CE-2036-4954-9D98-9546DE7E55C6}" destId="{66A9FB90-EF87-4124-8904-C43EC4BEF607}" srcOrd="0" destOrd="0" presId="urn:microsoft.com/office/officeart/2005/8/layout/chevron2"/>
    <dgm:cxn modelId="{748F4B27-04E3-4906-BB1D-3613207A6563}" type="presOf" srcId="{DC5EBA3F-239E-4527-B324-07A331C2EA66}" destId="{D41FEC1A-3243-446C-923A-5525366E6082}" srcOrd="0" destOrd="0" presId="urn:microsoft.com/office/officeart/2005/8/layout/chevron2"/>
    <dgm:cxn modelId="{5EA7A527-7893-4A7F-B653-36BD3B5C70EA}" srcId="{32C35E74-9258-491A-9DDF-E7038BBAC98C}" destId="{DC5EBA3F-239E-4527-B324-07A331C2EA66}" srcOrd="2" destOrd="0" parTransId="{29B94D25-9CA4-45F1-A17A-AB9BF2CC30A3}" sibTransId="{E916F9A2-5862-4690-9703-BED3F248B539}"/>
    <dgm:cxn modelId="{2D3F6C28-1E52-4C0E-A745-9F12C5A033DC}" type="presOf" srcId="{13BCAABD-28E8-4DDB-BA25-1935E55A0EE0}" destId="{4387B18C-CA2B-43C2-9532-E793262708D3}" srcOrd="0" destOrd="0" presId="urn:microsoft.com/office/officeart/2005/8/layout/chevron2"/>
    <dgm:cxn modelId="{B2E87233-6A24-4327-86C0-46728544CD7C}" srcId="{DC5EBA3F-239E-4527-B324-07A331C2EA66}" destId="{E3FAAA06-A513-4426-9896-68C26AC2D538}" srcOrd="0" destOrd="0" parTransId="{495347E8-3CC4-4639-8ECB-59D9E996BEDE}" sibTransId="{DC13DCDD-D43B-413B-A25B-A05D090FEED1}"/>
    <dgm:cxn modelId="{A4AF105B-0EB1-45A7-8BAD-D69EBE421AE3}" srcId="{32C35E74-9258-491A-9DDF-E7038BBAC98C}" destId="{35C139DE-9330-48A9-A057-A8F1EE4559D0}" srcOrd="0" destOrd="0" parTransId="{54398ACD-B7A7-429C-B299-405E33CACBE0}" sibTransId="{30926A9A-53F8-4598-B660-0D4FD79F2780}"/>
    <dgm:cxn modelId="{904D485F-7362-4305-B588-135289BD8A26}" srcId="{35C139DE-9330-48A9-A057-A8F1EE4559D0}" destId="{8CA93CEE-AFB1-4BF8-911A-9BB650BCCD79}" srcOrd="0" destOrd="0" parTransId="{0D7508D9-A6C2-4950-8CAF-B1A3CE57DB43}" sibTransId="{6EFA6C89-5233-46CC-9C07-6FF186D0E0CA}"/>
    <dgm:cxn modelId="{585C0B63-926F-48C4-B0F6-78DDDDF06A74}" type="presOf" srcId="{DFBC8CE0-54BB-4549-BBB4-72C8CA8BB593}" destId="{B8A76865-6E1E-49F7-9326-0B13BFF7FDCE}" srcOrd="0" destOrd="0" presId="urn:microsoft.com/office/officeart/2005/8/layout/chevron2"/>
    <dgm:cxn modelId="{BE879645-E89D-4CB5-B04F-8ACED47A7633}" type="presOf" srcId="{0156F00E-32A5-452E-8D36-F132296D242B}" destId="{09F81E42-8294-4646-9676-BEE827375D88}" srcOrd="0" destOrd="0" presId="urn:microsoft.com/office/officeart/2005/8/layout/chevron2"/>
    <dgm:cxn modelId="{944CAB45-E468-44F7-95D0-C5E486D5D8CD}" type="presOf" srcId="{7956FB7A-47A3-430E-A605-093076EF39FA}" destId="{44CAF8AF-3AE2-4917-B323-70908457C92B}" srcOrd="0" destOrd="0" presId="urn:microsoft.com/office/officeart/2005/8/layout/chevron2"/>
    <dgm:cxn modelId="{B3B8584C-78CC-4485-AE4F-46111F32139A}" type="presOf" srcId="{614ACC73-F4BE-4F6A-A89F-3FB01F53A7CD}" destId="{577F7F91-4445-45B4-AEFE-0112EA2183BA}" srcOrd="0" destOrd="0" presId="urn:microsoft.com/office/officeart/2005/8/layout/chevron2"/>
    <dgm:cxn modelId="{CF912851-6842-4C74-A4E8-9684D86BBCFD}" type="presOf" srcId="{8CA93CEE-AFB1-4BF8-911A-9BB650BCCD79}" destId="{9EC9F134-8666-4A41-99B0-2C2DCB69FB3E}" srcOrd="0" destOrd="0" presId="urn:microsoft.com/office/officeart/2005/8/layout/chevron2"/>
    <dgm:cxn modelId="{DBE09174-C820-493A-A7FC-D9E01F445CB8}" srcId="{1422C077-E3BA-4F8F-8574-1EC52375250E}" destId="{7956FB7A-47A3-430E-A605-093076EF39FA}" srcOrd="0" destOrd="0" parTransId="{E73DCB57-7AC3-464A-9B66-AC33FBB80006}" sibTransId="{192D01F5-1FA2-4E18-A2DF-87A93C1B836E}"/>
    <dgm:cxn modelId="{7D2AAC54-D5AD-41AB-AD6C-2075F777F004}" type="presOf" srcId="{33BEFA08-EBEB-46C1-B6AC-09E1DC825249}" destId="{102CDB67-360F-4CEA-8A49-F8D8125A3423}" srcOrd="0" destOrd="0" presId="urn:microsoft.com/office/officeart/2005/8/layout/chevron2"/>
    <dgm:cxn modelId="{FDED1F79-AAA5-408E-8579-5C80B153FC08}" srcId="{32C35E74-9258-491A-9DDF-E7038BBAC98C}" destId="{F4F96066-2F74-41C4-9CBF-69D2A11B2D3B}" srcOrd="3" destOrd="0" parTransId="{BEF2D7E1-E320-421C-B8A1-B7010EB011B1}" sibTransId="{2426084F-A0B6-47B8-84AB-E2C258EF477F}"/>
    <dgm:cxn modelId="{36D98581-8491-45C3-9DAF-8B5104078CC6}" type="presOf" srcId="{F4F96066-2F74-41C4-9CBF-69D2A11B2D3B}" destId="{13D54BAF-5841-42BC-AFB6-D1761D9270A0}" srcOrd="0" destOrd="0" presId="urn:microsoft.com/office/officeart/2005/8/layout/chevron2"/>
    <dgm:cxn modelId="{6F51A984-FD47-4A52-B7D8-2AE057256D9C}" srcId="{33BEFA08-EBEB-46C1-B6AC-09E1DC825249}" destId="{DFBC8CE0-54BB-4549-BBB4-72C8CA8BB593}" srcOrd="0" destOrd="0" parTransId="{2B5FEC6D-DC44-4340-90E6-60B90ADA0402}" sibTransId="{F0835DE4-3D10-45FB-904C-91D9485C9E8F}"/>
    <dgm:cxn modelId="{59CFC786-5C8A-4CC4-873A-B1CBED627D66}" srcId="{32C35E74-9258-491A-9DDF-E7038BBAC98C}" destId="{0156F00E-32A5-452E-8D36-F132296D242B}" srcOrd="5" destOrd="0" parTransId="{E2BB50EF-B1CB-4FBA-836A-24F260C0C371}" sibTransId="{690C0C34-9965-4BB5-B3F5-8B16F600A9E2}"/>
    <dgm:cxn modelId="{6A9A5B89-EF62-45CC-8790-03EFCFB778AE}" srcId="{AE32BD50-6E63-469D-9716-BBFFAFCB086C}" destId="{13BCAABD-28E8-4DDB-BA25-1935E55A0EE0}" srcOrd="0" destOrd="0" parTransId="{C2377763-D04F-4C42-AC96-CF4ADE769EF7}" sibTransId="{9B34B7C1-9409-4E92-9FAC-30FA3011F455}"/>
    <dgm:cxn modelId="{5BFBE98C-97A8-4990-BFCF-6A9A397667FB}" srcId="{0156F00E-32A5-452E-8D36-F132296D242B}" destId="{0E79CD4C-7B86-41BE-B7E8-F8FE59B010B4}" srcOrd="0" destOrd="0" parTransId="{96FAE263-D770-4059-947D-95EADCBEEFAA}" sibTransId="{A44AAC5D-9C69-4B8F-A49F-C7044D1E6AE1}"/>
    <dgm:cxn modelId="{70FFF38E-1720-46FA-90D3-FDD60CB8A745}" type="presOf" srcId="{DF538A34-E611-485A-AE53-DCBAD08437E2}" destId="{87A447CD-109C-46E0-AFB5-3DB2C85653B8}" srcOrd="0" destOrd="0" presId="urn:microsoft.com/office/officeart/2005/8/layout/chevron2"/>
    <dgm:cxn modelId="{373B3897-10AF-4353-BC76-B23B4CFA9870}" type="presOf" srcId="{0E79CD4C-7B86-41BE-B7E8-F8FE59B010B4}" destId="{0DD8596B-AA41-4928-A333-5897CD5DC499}" srcOrd="0" destOrd="0" presId="urn:microsoft.com/office/officeart/2005/8/layout/chevron2"/>
    <dgm:cxn modelId="{F4D3249B-1089-40B9-9CAA-3FEA0635E4A7}" type="presOf" srcId="{AE32BD50-6E63-469D-9716-BBFFAFCB086C}" destId="{39E414A0-91F8-486C-8D82-3930124E7FF3}" srcOrd="0" destOrd="0" presId="urn:microsoft.com/office/officeart/2005/8/layout/chevron2"/>
    <dgm:cxn modelId="{121F2E9F-412F-4BA4-89A6-EC1128801878}" type="presOf" srcId="{1422C077-E3BA-4F8F-8574-1EC52375250E}" destId="{57CB2EE9-409A-4D4E-B8CE-336AEA063FAC}" srcOrd="0" destOrd="0" presId="urn:microsoft.com/office/officeart/2005/8/layout/chevron2"/>
    <dgm:cxn modelId="{AD5AD4AC-8893-495C-B954-7F37420670D3}" srcId="{32C35E74-9258-491A-9DDF-E7038BBAC98C}" destId="{614ACC73-F4BE-4F6A-A89F-3FB01F53A7CD}" srcOrd="8" destOrd="0" parTransId="{DAAC49B6-AB52-4807-9BD2-B08B24AFAD03}" sibTransId="{651BC3F7-2B3D-4831-A989-6972BDBBE4F5}"/>
    <dgm:cxn modelId="{2D6439B0-64B9-4638-BFDC-F35E4D755B4E}" type="presOf" srcId="{B3D4D14E-3EF8-4305-986A-8AFDD5A9AF6B}" destId="{408C0362-C0DD-4BDA-82BB-103FFAFF6C93}" srcOrd="0" destOrd="0" presId="urn:microsoft.com/office/officeart/2005/8/layout/chevron2"/>
    <dgm:cxn modelId="{42C293BF-1568-49AB-829A-05EEDAC90217}" srcId="{F4F96066-2F74-41C4-9CBF-69D2A11B2D3B}" destId="{B3D4D14E-3EF8-4305-986A-8AFDD5A9AF6B}" srcOrd="0" destOrd="0" parTransId="{008BAF9A-35EC-4881-BB79-63666790B73E}" sibTransId="{9DB16951-4FFA-49F1-BECE-C25A04F3B556}"/>
    <dgm:cxn modelId="{73C3B4CC-D786-4087-B1FF-054F8F168519}" srcId="{32C35E74-9258-491A-9DDF-E7038BBAC98C}" destId="{1422C077-E3BA-4F8F-8574-1EC52375250E}" srcOrd="6" destOrd="0" parTransId="{C20E7CA0-5E92-439B-ADDD-BBDA0B1CE585}" sibTransId="{ADC65DA7-AC58-4A86-9250-AC219C4B3E8F}"/>
    <dgm:cxn modelId="{E68685CF-3BFB-4B45-98CA-E1037FE3142B}" type="presOf" srcId="{32C35E74-9258-491A-9DDF-E7038BBAC98C}" destId="{BA9031CE-5391-4F21-AEB3-0043DA0FC1B5}" srcOrd="0" destOrd="0" presId="urn:microsoft.com/office/officeart/2005/8/layout/chevron2"/>
    <dgm:cxn modelId="{B07F97E5-DDB5-46B3-955C-1396DF6E6B6E}" srcId="{DF538A34-E611-485A-AE53-DCBAD08437E2}" destId="{385AD4CE-2036-4954-9D98-9546DE7E55C6}" srcOrd="0" destOrd="0" parTransId="{CA7E4EA0-6DB3-4DE6-84D6-E71F2E7BFC35}" sibTransId="{71556D18-092E-4C11-A561-39F33B8089F5}"/>
    <dgm:cxn modelId="{4FA0CFEA-2297-475E-A1D3-27136AC51DD3}" srcId="{614ACC73-F4BE-4F6A-A89F-3FB01F53A7CD}" destId="{663BC979-96B3-4E30-963B-814CD50B6E25}" srcOrd="0" destOrd="0" parTransId="{86AA9E76-FEFF-4310-AD99-AB38208E864A}" sibTransId="{7AB11295-9ADB-49FB-A2B0-3FF3DE66C499}"/>
    <dgm:cxn modelId="{51F4D1EA-7137-40E4-937C-AE52A091D392}" srcId="{32C35E74-9258-491A-9DDF-E7038BBAC98C}" destId="{AE32BD50-6E63-469D-9716-BBFFAFCB086C}" srcOrd="7" destOrd="0" parTransId="{7B8C0B2D-12FD-47DF-8318-AEEA7ADFBCC2}" sibTransId="{6823ED1A-3A36-4592-BDA7-1939F76C714A}"/>
    <dgm:cxn modelId="{C308BC33-F152-4AB1-878E-7A817ADCD36E}" type="presParOf" srcId="{BA9031CE-5391-4F21-AEB3-0043DA0FC1B5}" destId="{4621BC42-D9D4-437F-BD1C-6A02AD8979C9}" srcOrd="0" destOrd="0" presId="urn:microsoft.com/office/officeart/2005/8/layout/chevron2"/>
    <dgm:cxn modelId="{EF120F41-7D99-4BEE-9985-5321EE276305}" type="presParOf" srcId="{4621BC42-D9D4-437F-BD1C-6A02AD8979C9}" destId="{2E068C16-63D8-4A99-9374-0DE18851CDDD}" srcOrd="0" destOrd="0" presId="urn:microsoft.com/office/officeart/2005/8/layout/chevron2"/>
    <dgm:cxn modelId="{D471A1A2-895D-4AAC-AD7B-B8426FD9C0B3}" type="presParOf" srcId="{4621BC42-D9D4-437F-BD1C-6A02AD8979C9}" destId="{9EC9F134-8666-4A41-99B0-2C2DCB69FB3E}" srcOrd="1" destOrd="0" presId="urn:microsoft.com/office/officeart/2005/8/layout/chevron2"/>
    <dgm:cxn modelId="{BBC954FC-BFF7-4C00-BBBC-BC87FCECDA57}" type="presParOf" srcId="{BA9031CE-5391-4F21-AEB3-0043DA0FC1B5}" destId="{F61B18F2-1E29-4602-827F-FD55D4E8AD85}" srcOrd="1" destOrd="0" presId="urn:microsoft.com/office/officeart/2005/8/layout/chevron2"/>
    <dgm:cxn modelId="{6468376D-137C-4CB9-B57A-110D9DE3834A}" type="presParOf" srcId="{BA9031CE-5391-4F21-AEB3-0043DA0FC1B5}" destId="{B25B4140-05A3-4EDE-8F7B-1FB86CC2E349}" srcOrd="2" destOrd="0" presId="urn:microsoft.com/office/officeart/2005/8/layout/chevron2"/>
    <dgm:cxn modelId="{3D6FC42C-B5AF-4E82-9E32-B8D286DC270C}" type="presParOf" srcId="{B25B4140-05A3-4EDE-8F7B-1FB86CC2E349}" destId="{102CDB67-360F-4CEA-8A49-F8D8125A3423}" srcOrd="0" destOrd="0" presId="urn:microsoft.com/office/officeart/2005/8/layout/chevron2"/>
    <dgm:cxn modelId="{C131B4D8-1E3A-423F-A00F-2382B270519E}" type="presParOf" srcId="{B25B4140-05A3-4EDE-8F7B-1FB86CC2E349}" destId="{B8A76865-6E1E-49F7-9326-0B13BFF7FDCE}" srcOrd="1" destOrd="0" presId="urn:microsoft.com/office/officeart/2005/8/layout/chevron2"/>
    <dgm:cxn modelId="{5CE5C3F4-68DB-430B-A46C-2845FF606B90}" type="presParOf" srcId="{BA9031CE-5391-4F21-AEB3-0043DA0FC1B5}" destId="{EAE96F7D-673A-4DC4-B593-59B45D530060}" srcOrd="3" destOrd="0" presId="urn:microsoft.com/office/officeart/2005/8/layout/chevron2"/>
    <dgm:cxn modelId="{69389397-CD33-49C3-B693-9E59B68F1221}" type="presParOf" srcId="{BA9031CE-5391-4F21-AEB3-0043DA0FC1B5}" destId="{699D694F-83A9-469D-82B2-1AF7D16F3E67}" srcOrd="4" destOrd="0" presId="urn:microsoft.com/office/officeart/2005/8/layout/chevron2"/>
    <dgm:cxn modelId="{4B2436FA-5C0F-460E-8BA4-56948782CD71}" type="presParOf" srcId="{699D694F-83A9-469D-82B2-1AF7D16F3E67}" destId="{D41FEC1A-3243-446C-923A-5525366E6082}" srcOrd="0" destOrd="0" presId="urn:microsoft.com/office/officeart/2005/8/layout/chevron2"/>
    <dgm:cxn modelId="{C9C75DE0-191C-48F5-9C05-4F14B9AFD698}" type="presParOf" srcId="{699D694F-83A9-469D-82B2-1AF7D16F3E67}" destId="{2EF2C72C-DF84-4F2D-9753-5445CEA03C37}" srcOrd="1" destOrd="0" presId="urn:microsoft.com/office/officeart/2005/8/layout/chevron2"/>
    <dgm:cxn modelId="{A8878386-FF2B-44A3-BFD1-F8BFA4249EB0}" type="presParOf" srcId="{BA9031CE-5391-4F21-AEB3-0043DA0FC1B5}" destId="{88CE6431-CD2E-4D15-8480-ADB7C8BAFDC6}" srcOrd="5" destOrd="0" presId="urn:microsoft.com/office/officeart/2005/8/layout/chevron2"/>
    <dgm:cxn modelId="{1E14E48F-89C4-4B76-84E4-A5B839D94025}" type="presParOf" srcId="{BA9031CE-5391-4F21-AEB3-0043DA0FC1B5}" destId="{7DA20599-1397-4904-BCA7-E1BAD29C0B3D}" srcOrd="6" destOrd="0" presId="urn:microsoft.com/office/officeart/2005/8/layout/chevron2"/>
    <dgm:cxn modelId="{66CE5AB8-EA1F-4F63-A6FE-9EEF5CAA3CA4}" type="presParOf" srcId="{7DA20599-1397-4904-BCA7-E1BAD29C0B3D}" destId="{13D54BAF-5841-42BC-AFB6-D1761D9270A0}" srcOrd="0" destOrd="0" presId="urn:microsoft.com/office/officeart/2005/8/layout/chevron2"/>
    <dgm:cxn modelId="{D5A3EC55-A2A9-4D27-972F-0D557D75FC48}" type="presParOf" srcId="{7DA20599-1397-4904-BCA7-E1BAD29C0B3D}" destId="{408C0362-C0DD-4BDA-82BB-103FFAFF6C93}" srcOrd="1" destOrd="0" presId="urn:microsoft.com/office/officeart/2005/8/layout/chevron2"/>
    <dgm:cxn modelId="{ED618275-EE5A-46EE-9D33-6A35DF56C15E}" type="presParOf" srcId="{BA9031CE-5391-4F21-AEB3-0043DA0FC1B5}" destId="{4897C40B-C07B-4583-AE58-C50972EAA20A}" srcOrd="7" destOrd="0" presId="urn:microsoft.com/office/officeart/2005/8/layout/chevron2"/>
    <dgm:cxn modelId="{B9A8DBD2-F3BB-4CF6-9D82-5CAD29FE7A2A}" type="presParOf" srcId="{BA9031CE-5391-4F21-AEB3-0043DA0FC1B5}" destId="{5FB7D140-6538-4110-AE10-6AD98E77E16F}" srcOrd="8" destOrd="0" presId="urn:microsoft.com/office/officeart/2005/8/layout/chevron2"/>
    <dgm:cxn modelId="{5614A6D0-D3C9-4D09-847D-2D06B5E070E4}" type="presParOf" srcId="{5FB7D140-6538-4110-AE10-6AD98E77E16F}" destId="{87A447CD-109C-46E0-AFB5-3DB2C85653B8}" srcOrd="0" destOrd="0" presId="urn:microsoft.com/office/officeart/2005/8/layout/chevron2"/>
    <dgm:cxn modelId="{AA51CDAF-D761-4DC4-8AA9-C5A986CA01E7}" type="presParOf" srcId="{5FB7D140-6538-4110-AE10-6AD98E77E16F}" destId="{66A9FB90-EF87-4124-8904-C43EC4BEF607}" srcOrd="1" destOrd="0" presId="urn:microsoft.com/office/officeart/2005/8/layout/chevron2"/>
    <dgm:cxn modelId="{8911DA85-9533-4ABE-BC77-6E01F993AA55}" type="presParOf" srcId="{BA9031CE-5391-4F21-AEB3-0043DA0FC1B5}" destId="{5D375C8E-92EB-4020-966C-9F4CDA3AFB95}" srcOrd="9" destOrd="0" presId="urn:microsoft.com/office/officeart/2005/8/layout/chevron2"/>
    <dgm:cxn modelId="{E6CC598B-72D5-4A9C-B790-1482DEC96067}" type="presParOf" srcId="{BA9031CE-5391-4F21-AEB3-0043DA0FC1B5}" destId="{8193E1B5-B971-4733-9066-8ACD52F307A3}" srcOrd="10" destOrd="0" presId="urn:microsoft.com/office/officeart/2005/8/layout/chevron2"/>
    <dgm:cxn modelId="{CA9652C2-676A-4B14-B337-FF8A7BD1AC62}" type="presParOf" srcId="{8193E1B5-B971-4733-9066-8ACD52F307A3}" destId="{09F81E42-8294-4646-9676-BEE827375D88}" srcOrd="0" destOrd="0" presId="urn:microsoft.com/office/officeart/2005/8/layout/chevron2"/>
    <dgm:cxn modelId="{22C266D9-8671-496A-AB21-8E32997D3FF8}" type="presParOf" srcId="{8193E1B5-B971-4733-9066-8ACD52F307A3}" destId="{0DD8596B-AA41-4928-A333-5897CD5DC499}" srcOrd="1" destOrd="0" presId="urn:microsoft.com/office/officeart/2005/8/layout/chevron2"/>
    <dgm:cxn modelId="{30B82702-CF47-4244-85AE-7795112F1841}" type="presParOf" srcId="{BA9031CE-5391-4F21-AEB3-0043DA0FC1B5}" destId="{4ED800B1-BD9D-46C9-94E7-210B41EE86B3}" srcOrd="11" destOrd="0" presId="urn:microsoft.com/office/officeart/2005/8/layout/chevron2"/>
    <dgm:cxn modelId="{E88B8F5A-C541-4D99-9F60-3EFD7631BFAB}" type="presParOf" srcId="{BA9031CE-5391-4F21-AEB3-0043DA0FC1B5}" destId="{48A65BBA-2D66-41CB-B80E-3562297DD5A4}" srcOrd="12" destOrd="0" presId="urn:microsoft.com/office/officeart/2005/8/layout/chevron2"/>
    <dgm:cxn modelId="{A51A5D17-934E-4976-8101-D28576340A53}" type="presParOf" srcId="{48A65BBA-2D66-41CB-B80E-3562297DD5A4}" destId="{57CB2EE9-409A-4D4E-B8CE-336AEA063FAC}" srcOrd="0" destOrd="0" presId="urn:microsoft.com/office/officeart/2005/8/layout/chevron2"/>
    <dgm:cxn modelId="{5C5B8F72-AC9F-4728-803F-3EEC11AD32B2}" type="presParOf" srcId="{48A65BBA-2D66-41CB-B80E-3562297DD5A4}" destId="{44CAF8AF-3AE2-4917-B323-70908457C92B}" srcOrd="1" destOrd="0" presId="urn:microsoft.com/office/officeart/2005/8/layout/chevron2"/>
    <dgm:cxn modelId="{C765A009-FD90-4319-8A4A-75BC27E759D5}" type="presParOf" srcId="{BA9031CE-5391-4F21-AEB3-0043DA0FC1B5}" destId="{C7C6FD2F-0A6A-438B-BBEF-776AD32E8602}" srcOrd="13" destOrd="0" presId="urn:microsoft.com/office/officeart/2005/8/layout/chevron2"/>
    <dgm:cxn modelId="{801640C3-0560-4569-9206-0CBFB731B04D}" type="presParOf" srcId="{BA9031CE-5391-4F21-AEB3-0043DA0FC1B5}" destId="{7D324339-132E-4ECD-90B5-4B8A2963E1C7}" srcOrd="14" destOrd="0" presId="urn:microsoft.com/office/officeart/2005/8/layout/chevron2"/>
    <dgm:cxn modelId="{9D0C96C0-48DB-4B14-AFF4-B42D7933C85F}" type="presParOf" srcId="{7D324339-132E-4ECD-90B5-4B8A2963E1C7}" destId="{39E414A0-91F8-486C-8D82-3930124E7FF3}" srcOrd="0" destOrd="0" presId="urn:microsoft.com/office/officeart/2005/8/layout/chevron2"/>
    <dgm:cxn modelId="{F5EB74FC-C5E4-4162-B341-08E0A8B38C2C}" type="presParOf" srcId="{7D324339-132E-4ECD-90B5-4B8A2963E1C7}" destId="{4387B18C-CA2B-43C2-9532-E793262708D3}" srcOrd="1" destOrd="0" presId="urn:microsoft.com/office/officeart/2005/8/layout/chevron2"/>
    <dgm:cxn modelId="{8AB19C67-FF70-4B28-9B8C-6A22D1F6FADF}" type="presParOf" srcId="{BA9031CE-5391-4F21-AEB3-0043DA0FC1B5}" destId="{520F281B-89D4-4447-B387-A32A4336F5A1}" srcOrd="15" destOrd="0" presId="urn:microsoft.com/office/officeart/2005/8/layout/chevron2"/>
    <dgm:cxn modelId="{E2850B4A-457C-4C4A-BD2E-3BF068126F66}" type="presParOf" srcId="{BA9031CE-5391-4F21-AEB3-0043DA0FC1B5}" destId="{B26985C6-CDB3-4903-83F4-48B4C3544C00}" srcOrd="16" destOrd="0" presId="urn:microsoft.com/office/officeart/2005/8/layout/chevron2"/>
    <dgm:cxn modelId="{D8D93752-FF36-4BAB-8A5A-2B351A0DD149}" type="presParOf" srcId="{B26985C6-CDB3-4903-83F4-48B4C3544C00}" destId="{577F7F91-4445-45B4-AEFE-0112EA2183BA}" srcOrd="0" destOrd="0" presId="urn:microsoft.com/office/officeart/2005/8/layout/chevron2"/>
    <dgm:cxn modelId="{B4F03143-D94D-4CA0-8E86-3822FF32BBE7}" type="presParOf" srcId="{B26985C6-CDB3-4903-83F4-48B4C3544C00}" destId="{4B56D212-8968-4322-9E8A-4236D59D0C94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068C16-63D8-4A99-9374-0DE18851CDDD}">
      <dsp:nvSpPr>
        <dsp:cNvPr id="0" name=""/>
        <dsp:cNvSpPr/>
      </dsp:nvSpPr>
      <dsp:spPr>
        <a:xfrm rot="5400000">
          <a:off x="-69310" y="70067"/>
          <a:ext cx="462066" cy="323446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 dirty="0"/>
        </a:p>
      </dsp:txBody>
      <dsp:txXfrm rot="-5400000">
        <a:off x="0" y="162480"/>
        <a:ext cx="323446" cy="138620"/>
      </dsp:txXfrm>
    </dsp:sp>
    <dsp:sp modelId="{9EC9F134-8666-4A41-99B0-2C2DCB69FB3E}">
      <dsp:nvSpPr>
        <dsp:cNvPr id="0" name=""/>
        <dsp:cNvSpPr/>
      </dsp:nvSpPr>
      <dsp:spPr>
        <a:xfrm rot="5400000">
          <a:off x="4126351" y="-3802147"/>
          <a:ext cx="300343" cy="790615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700" kern="1200" dirty="0"/>
            <a:t>Student Webcam</a:t>
          </a:r>
        </a:p>
      </dsp:txBody>
      <dsp:txXfrm rot="-5400000">
        <a:off x="323446" y="15420"/>
        <a:ext cx="7891491" cy="271019"/>
      </dsp:txXfrm>
    </dsp:sp>
    <dsp:sp modelId="{102CDB67-360F-4CEA-8A49-F8D8125A3423}">
      <dsp:nvSpPr>
        <dsp:cNvPr id="0" name=""/>
        <dsp:cNvSpPr/>
      </dsp:nvSpPr>
      <dsp:spPr>
        <a:xfrm rot="5400000">
          <a:off x="-69310" y="463604"/>
          <a:ext cx="462066" cy="323446"/>
        </a:xfrm>
        <a:prstGeom prst="chevron">
          <a:avLst/>
        </a:prstGeom>
        <a:solidFill>
          <a:schemeClr val="accent2">
            <a:hueOff val="-181920"/>
            <a:satOff val="-10491"/>
            <a:lumOff val="1078"/>
            <a:alphaOff val="0"/>
          </a:schemeClr>
        </a:solidFill>
        <a:ln w="12700" cap="flat" cmpd="sng" algn="ctr">
          <a:solidFill>
            <a:schemeClr val="accent2">
              <a:hueOff val="-181920"/>
              <a:satOff val="-10491"/>
              <a:lumOff val="107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/>
            <a:t> </a:t>
          </a:r>
        </a:p>
      </dsp:txBody>
      <dsp:txXfrm rot="-5400000">
        <a:off x="0" y="556017"/>
        <a:ext cx="323446" cy="138620"/>
      </dsp:txXfrm>
    </dsp:sp>
    <dsp:sp modelId="{B8A76865-6E1E-49F7-9326-0B13BFF7FDCE}">
      <dsp:nvSpPr>
        <dsp:cNvPr id="0" name=""/>
        <dsp:cNvSpPr/>
      </dsp:nvSpPr>
      <dsp:spPr>
        <a:xfrm rot="5400000">
          <a:off x="4126351" y="-3408610"/>
          <a:ext cx="300343" cy="790615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81920"/>
              <a:satOff val="-10491"/>
              <a:lumOff val="107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700" kern="1200" dirty="0"/>
            <a:t>Browser JavaScript</a:t>
          </a:r>
        </a:p>
      </dsp:txBody>
      <dsp:txXfrm rot="-5400000">
        <a:off x="323446" y="408957"/>
        <a:ext cx="7891491" cy="271019"/>
      </dsp:txXfrm>
    </dsp:sp>
    <dsp:sp modelId="{D41FEC1A-3243-446C-923A-5525366E6082}">
      <dsp:nvSpPr>
        <dsp:cNvPr id="0" name=""/>
        <dsp:cNvSpPr/>
      </dsp:nvSpPr>
      <dsp:spPr>
        <a:xfrm rot="5400000">
          <a:off x="-69310" y="857142"/>
          <a:ext cx="462066" cy="323446"/>
        </a:xfrm>
        <a:prstGeom prst="chevron">
          <a:avLst/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accent2">
              <a:hueOff val="-363841"/>
              <a:satOff val="-20982"/>
              <a:lumOff val="215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/>
            <a:t> </a:t>
          </a:r>
        </a:p>
      </dsp:txBody>
      <dsp:txXfrm rot="-5400000">
        <a:off x="0" y="949555"/>
        <a:ext cx="323446" cy="138620"/>
      </dsp:txXfrm>
    </dsp:sp>
    <dsp:sp modelId="{2EF2C72C-DF84-4F2D-9753-5445CEA03C37}">
      <dsp:nvSpPr>
        <dsp:cNvPr id="0" name=""/>
        <dsp:cNvSpPr/>
      </dsp:nvSpPr>
      <dsp:spPr>
        <a:xfrm rot="5400000">
          <a:off x="4126351" y="-3015072"/>
          <a:ext cx="300343" cy="790615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363841"/>
              <a:satOff val="-20982"/>
              <a:lumOff val="215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700" kern="1200" dirty="0"/>
            <a:t>Socket.IO Frame Transfer</a:t>
          </a:r>
        </a:p>
      </dsp:txBody>
      <dsp:txXfrm rot="-5400000">
        <a:off x="323446" y="802495"/>
        <a:ext cx="7891491" cy="271019"/>
      </dsp:txXfrm>
    </dsp:sp>
    <dsp:sp modelId="{13D54BAF-5841-42BC-AFB6-D1761D9270A0}">
      <dsp:nvSpPr>
        <dsp:cNvPr id="0" name=""/>
        <dsp:cNvSpPr/>
      </dsp:nvSpPr>
      <dsp:spPr>
        <a:xfrm rot="5400000">
          <a:off x="-69310" y="1250679"/>
          <a:ext cx="462066" cy="323446"/>
        </a:xfrm>
        <a:prstGeom prst="chevron">
          <a:avLst/>
        </a:prstGeom>
        <a:solidFill>
          <a:schemeClr val="accent2">
            <a:hueOff val="-545761"/>
            <a:satOff val="-31473"/>
            <a:lumOff val="3235"/>
            <a:alphaOff val="0"/>
          </a:schemeClr>
        </a:solidFill>
        <a:ln w="12700" cap="flat" cmpd="sng" algn="ctr">
          <a:solidFill>
            <a:schemeClr val="accent2">
              <a:hueOff val="-545761"/>
              <a:satOff val="-31473"/>
              <a:lumOff val="323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 dirty="0"/>
        </a:p>
      </dsp:txBody>
      <dsp:txXfrm rot="-5400000">
        <a:off x="0" y="1343092"/>
        <a:ext cx="323446" cy="138620"/>
      </dsp:txXfrm>
    </dsp:sp>
    <dsp:sp modelId="{408C0362-C0DD-4BDA-82BB-103FFAFF6C93}">
      <dsp:nvSpPr>
        <dsp:cNvPr id="0" name=""/>
        <dsp:cNvSpPr/>
      </dsp:nvSpPr>
      <dsp:spPr>
        <a:xfrm rot="5400000">
          <a:off x="4126351" y="-1829527"/>
          <a:ext cx="300343" cy="790615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545761"/>
              <a:satOff val="-31473"/>
              <a:lumOff val="323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700" kern="1200" dirty="0"/>
            <a:t>Flask </a:t>
          </a:r>
          <a:r>
            <a:rPr lang="en-IN" sz="1700" kern="1200" dirty="0" err="1"/>
            <a:t>Backhend</a:t>
          </a:r>
          <a:endParaRPr lang="en-IN" sz="1700" kern="1200" dirty="0"/>
        </a:p>
      </dsp:txBody>
      <dsp:txXfrm rot="-5400000">
        <a:off x="323446" y="1988040"/>
        <a:ext cx="7891491" cy="271019"/>
      </dsp:txXfrm>
    </dsp:sp>
    <dsp:sp modelId="{87A447CD-109C-46E0-AFB5-3DB2C85653B8}">
      <dsp:nvSpPr>
        <dsp:cNvPr id="0" name=""/>
        <dsp:cNvSpPr/>
      </dsp:nvSpPr>
      <dsp:spPr>
        <a:xfrm rot="5400000">
          <a:off x="-69310" y="1644216"/>
          <a:ext cx="462066" cy="323446"/>
        </a:xfrm>
        <a:prstGeom prst="chevron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 dirty="0"/>
        </a:p>
      </dsp:txBody>
      <dsp:txXfrm rot="-5400000">
        <a:off x="0" y="1736629"/>
        <a:ext cx="323446" cy="138620"/>
      </dsp:txXfrm>
    </dsp:sp>
    <dsp:sp modelId="{66A9FB90-EF87-4124-8904-C43EC4BEF607}">
      <dsp:nvSpPr>
        <dsp:cNvPr id="0" name=""/>
        <dsp:cNvSpPr/>
      </dsp:nvSpPr>
      <dsp:spPr>
        <a:xfrm rot="5400000">
          <a:off x="4126351" y="-2227998"/>
          <a:ext cx="300343" cy="790615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700" kern="1200" dirty="0"/>
            <a:t>OpenCV Processing</a:t>
          </a:r>
        </a:p>
      </dsp:txBody>
      <dsp:txXfrm rot="-5400000">
        <a:off x="323446" y="1589569"/>
        <a:ext cx="7891491" cy="271019"/>
      </dsp:txXfrm>
    </dsp:sp>
    <dsp:sp modelId="{09F81E42-8294-4646-9676-BEE827375D88}">
      <dsp:nvSpPr>
        <dsp:cNvPr id="0" name=""/>
        <dsp:cNvSpPr/>
      </dsp:nvSpPr>
      <dsp:spPr>
        <a:xfrm rot="5400000">
          <a:off x="-69310" y="2037753"/>
          <a:ext cx="462066" cy="323446"/>
        </a:xfrm>
        <a:prstGeom prst="chevron">
          <a:avLst/>
        </a:prstGeom>
        <a:solidFill>
          <a:schemeClr val="accent2">
            <a:hueOff val="-909602"/>
            <a:satOff val="-52455"/>
            <a:lumOff val="5392"/>
            <a:alphaOff val="0"/>
          </a:schemeClr>
        </a:solidFill>
        <a:ln w="12700" cap="flat" cmpd="sng" algn="ctr">
          <a:solidFill>
            <a:schemeClr val="accent2">
              <a:hueOff val="-909602"/>
              <a:satOff val="-52455"/>
              <a:lumOff val="539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 dirty="0"/>
        </a:p>
      </dsp:txBody>
      <dsp:txXfrm rot="-5400000">
        <a:off x="0" y="2130166"/>
        <a:ext cx="323446" cy="138620"/>
      </dsp:txXfrm>
    </dsp:sp>
    <dsp:sp modelId="{0DD8596B-AA41-4928-A333-5897CD5DC499}">
      <dsp:nvSpPr>
        <dsp:cNvPr id="0" name=""/>
        <dsp:cNvSpPr/>
      </dsp:nvSpPr>
      <dsp:spPr>
        <a:xfrm rot="5400000">
          <a:off x="4126351" y="-2634185"/>
          <a:ext cx="300343" cy="790615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909602"/>
              <a:satOff val="-52455"/>
              <a:lumOff val="539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700" kern="1200" dirty="0" err="1"/>
            <a:t>MediaPipe</a:t>
          </a:r>
          <a:r>
            <a:rPr lang="en-IN" sz="1700" kern="1200" dirty="0"/>
            <a:t> Face Detection</a:t>
          </a:r>
        </a:p>
      </dsp:txBody>
      <dsp:txXfrm rot="-5400000">
        <a:off x="323446" y="1183382"/>
        <a:ext cx="7891491" cy="271019"/>
      </dsp:txXfrm>
    </dsp:sp>
    <dsp:sp modelId="{57CB2EE9-409A-4D4E-B8CE-336AEA063FAC}">
      <dsp:nvSpPr>
        <dsp:cNvPr id="0" name=""/>
        <dsp:cNvSpPr/>
      </dsp:nvSpPr>
      <dsp:spPr>
        <a:xfrm rot="5400000">
          <a:off x="-69310" y="2431291"/>
          <a:ext cx="462066" cy="323446"/>
        </a:xfrm>
        <a:prstGeom prst="chevron">
          <a:avLst/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accent2">
              <a:hueOff val="-1091522"/>
              <a:satOff val="-62946"/>
              <a:lumOff val="647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 dirty="0"/>
        </a:p>
      </dsp:txBody>
      <dsp:txXfrm rot="-5400000">
        <a:off x="0" y="2523704"/>
        <a:ext cx="323446" cy="138620"/>
      </dsp:txXfrm>
    </dsp:sp>
    <dsp:sp modelId="{44CAF8AF-3AE2-4917-B323-70908457C92B}">
      <dsp:nvSpPr>
        <dsp:cNvPr id="0" name=""/>
        <dsp:cNvSpPr/>
      </dsp:nvSpPr>
      <dsp:spPr>
        <a:xfrm rot="5400000">
          <a:off x="4126351" y="-1440923"/>
          <a:ext cx="300343" cy="790615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091522"/>
              <a:satOff val="-62946"/>
              <a:lumOff val="647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700" kern="1200" dirty="0"/>
            <a:t>Behaviour Analysis</a:t>
          </a:r>
        </a:p>
      </dsp:txBody>
      <dsp:txXfrm rot="-5400000">
        <a:off x="323446" y="2376644"/>
        <a:ext cx="7891491" cy="271019"/>
      </dsp:txXfrm>
    </dsp:sp>
    <dsp:sp modelId="{39E414A0-91F8-486C-8D82-3930124E7FF3}">
      <dsp:nvSpPr>
        <dsp:cNvPr id="0" name=""/>
        <dsp:cNvSpPr/>
      </dsp:nvSpPr>
      <dsp:spPr>
        <a:xfrm rot="5400000">
          <a:off x="-69310" y="2824828"/>
          <a:ext cx="462066" cy="323446"/>
        </a:xfrm>
        <a:prstGeom prst="chevron">
          <a:avLst/>
        </a:prstGeom>
        <a:solidFill>
          <a:schemeClr val="accent2">
            <a:hueOff val="-1273443"/>
            <a:satOff val="-73437"/>
            <a:lumOff val="7549"/>
            <a:alphaOff val="0"/>
          </a:schemeClr>
        </a:solidFill>
        <a:ln w="12700" cap="flat" cmpd="sng" algn="ctr">
          <a:solidFill>
            <a:schemeClr val="accent2">
              <a:hueOff val="-1273443"/>
              <a:satOff val="-73437"/>
              <a:lumOff val="754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 dirty="0"/>
        </a:p>
      </dsp:txBody>
      <dsp:txXfrm rot="-5400000">
        <a:off x="0" y="2917241"/>
        <a:ext cx="323446" cy="138620"/>
      </dsp:txXfrm>
    </dsp:sp>
    <dsp:sp modelId="{4387B18C-CA2B-43C2-9532-E793262708D3}">
      <dsp:nvSpPr>
        <dsp:cNvPr id="0" name=""/>
        <dsp:cNvSpPr/>
      </dsp:nvSpPr>
      <dsp:spPr>
        <a:xfrm rot="5400000">
          <a:off x="4126351" y="-1047386"/>
          <a:ext cx="300343" cy="790615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273443"/>
              <a:satOff val="-73437"/>
              <a:lumOff val="754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700" kern="1200" dirty="0"/>
            <a:t>Warning Generation</a:t>
          </a:r>
        </a:p>
      </dsp:txBody>
      <dsp:txXfrm rot="-5400000">
        <a:off x="323446" y="2770181"/>
        <a:ext cx="7891491" cy="271019"/>
      </dsp:txXfrm>
    </dsp:sp>
    <dsp:sp modelId="{577F7F91-4445-45B4-AEFE-0112EA2183BA}">
      <dsp:nvSpPr>
        <dsp:cNvPr id="0" name=""/>
        <dsp:cNvSpPr/>
      </dsp:nvSpPr>
      <dsp:spPr>
        <a:xfrm rot="5400000">
          <a:off x="-69310" y="3218365"/>
          <a:ext cx="462066" cy="323446"/>
        </a:xfrm>
        <a:prstGeom prst="chevron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 dirty="0"/>
        </a:p>
      </dsp:txBody>
      <dsp:txXfrm rot="-5400000">
        <a:off x="0" y="3310778"/>
        <a:ext cx="323446" cy="138620"/>
      </dsp:txXfrm>
    </dsp:sp>
    <dsp:sp modelId="{4B56D212-8968-4322-9E8A-4236D59D0C94}">
      <dsp:nvSpPr>
        <dsp:cNvPr id="0" name=""/>
        <dsp:cNvSpPr/>
      </dsp:nvSpPr>
      <dsp:spPr>
        <a:xfrm rot="5400000">
          <a:off x="4126351" y="-653849"/>
          <a:ext cx="300343" cy="790615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700" kern="1200" dirty="0"/>
            <a:t>Student UI + Admin Dashboard</a:t>
          </a:r>
        </a:p>
      </dsp:txBody>
      <dsp:txXfrm rot="-5400000">
        <a:off x="323446" y="3163718"/>
        <a:ext cx="7891491" cy="2710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0738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ditya03N/ai-proctoring-system.git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11748"/>
            <a:ext cx="9144000" cy="831374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r>
              <a:rPr lang="en-US" sz="2000" dirty="0"/>
              <a:t>D                   </a:t>
            </a:r>
            <a:r>
              <a:rPr lang="en-US" sz="20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AI-Based Online Exam Proctoring System </a:t>
            </a:r>
          </a:p>
          <a:p>
            <a:endParaRPr lang="en-US" sz="2000" b="1" dirty="0">
              <a:solidFill>
                <a:srgbClr val="00D9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endParaRPr lang="en-US" sz="2000" b="1" dirty="0">
              <a:solidFill>
                <a:srgbClr val="00D9FF"/>
              </a:solidFill>
              <a:latin typeface="Arial" pitchFamily="34" charset="0"/>
              <a:cs typeface="Arial" pitchFamily="34" charset="-120"/>
            </a:endParaRPr>
          </a:p>
          <a:p>
            <a:endParaRPr lang="en-US" sz="2000" dirty="0"/>
          </a:p>
          <a:p>
            <a:endParaRPr lang="en-IN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18570" y="4529546"/>
            <a:ext cx="8307977" cy="6139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i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Category: AI/ML + Web Development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0F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THE TEAM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01852"/>
            <a:ext cx="8229600" cy="77724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74320" cy="777240"/>
          </a:xfrm>
          <a:prstGeom prst="rect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143000"/>
            <a:ext cx="1856935" cy="3200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 err="1">
                <a:solidFill>
                  <a:srgbClr val="FFC000"/>
                </a:solidFill>
                <a:latin typeface="Arial" pitchFamily="34" charset="0"/>
                <a:cs typeface="Arial" pitchFamily="34" charset="-120"/>
              </a:rPr>
              <a:t>Rutik</a:t>
            </a:r>
            <a:r>
              <a:rPr lang="en-US" sz="1600" b="1" dirty="0">
                <a:solidFill>
                  <a:srgbClr val="FFC000"/>
                </a:solidFill>
                <a:latin typeface="Arial" pitchFamily="34" charset="0"/>
                <a:cs typeface="Arial" pitchFamily="34" charset="-120"/>
              </a:rPr>
              <a:t> Gavhane</a:t>
            </a:r>
            <a:endParaRPr lang="en-US" sz="1600" dirty="0">
              <a:solidFill>
                <a:srgbClr val="FFC00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914400" y="1463040"/>
            <a:ext cx="28176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latin typeface="Amasis MT Pro Medium" panose="02040604050005020304" pitchFamily="18" charset="0"/>
              </a:rPr>
              <a:t>Frontend</a:t>
            </a:r>
            <a:r>
              <a:rPr lang="en-US" sz="1300" dirty="0"/>
              <a:t> </a:t>
            </a:r>
            <a:r>
              <a:rPr lang="en-US" sz="1300" dirty="0">
                <a:latin typeface="Amasis MT Pro Medium" panose="02040604050005020304" pitchFamily="18" charset="0"/>
              </a:rPr>
              <a:t>Developer</a:t>
            </a:r>
          </a:p>
        </p:txBody>
      </p:sp>
      <p:sp>
        <p:nvSpPr>
          <p:cNvPr id="8" name="Shape 6"/>
          <p:cNvSpPr/>
          <p:nvPr/>
        </p:nvSpPr>
        <p:spPr>
          <a:xfrm>
            <a:off x="457200" y="1961388"/>
            <a:ext cx="8229600" cy="777240"/>
          </a:xfrm>
          <a:prstGeom prst="rect">
            <a:avLst/>
          </a:prstGeom>
          <a:solidFill>
            <a:srgbClr val="FFFFFF"/>
          </a:solidFill>
          <a:ln w="38100">
            <a:solidFill>
              <a:srgbClr val="FF149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274320" cy="777240"/>
          </a:xfrm>
          <a:prstGeom prst="rect">
            <a:avLst/>
          </a:prstGeom>
          <a:solidFill>
            <a:srgbClr val="FF14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011680"/>
            <a:ext cx="1856935" cy="3200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C000"/>
                </a:solidFill>
                <a:latin typeface="Arial" pitchFamily="34" charset="0"/>
                <a:cs typeface="Arial" pitchFamily="34" charset="-120"/>
              </a:rPr>
              <a:t>Aditya Anande</a:t>
            </a:r>
            <a:endParaRPr lang="en-US" sz="1600" dirty="0">
              <a:solidFill>
                <a:srgbClr val="FFC00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520" y="2331720"/>
            <a:ext cx="335988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i="1" dirty="0">
                <a:solidFill>
                  <a:srgbClr val="1A1A2E"/>
                </a:solidFill>
                <a:latin typeface="Amasis MT Pro Medium" panose="02040604050005020304" pitchFamily="18" charset="0"/>
                <a:ea typeface="Arial" pitchFamily="34" charset="-122"/>
                <a:cs typeface="Arial" pitchFamily="34" charset="-120"/>
              </a:rPr>
              <a:t>Backend &amp; real time Communication</a:t>
            </a:r>
            <a:endParaRPr lang="en-US" sz="1300" dirty="0">
              <a:latin typeface="Amasis MT Pro Medium" panose="020406040500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8229600" cy="777240"/>
          </a:xfrm>
          <a:prstGeom prst="rect">
            <a:avLst/>
          </a:prstGeom>
          <a:solidFill>
            <a:srgbClr val="FFFFFF"/>
          </a:solidFill>
          <a:ln w="38100">
            <a:solidFill>
              <a:srgbClr val="6B21A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274320" cy="777240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14400" y="2880360"/>
            <a:ext cx="1856935" cy="3200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C000"/>
                </a:solidFill>
                <a:latin typeface="Arial" pitchFamily="34" charset="0"/>
                <a:cs typeface="Arial" pitchFamily="34" charset="-120"/>
              </a:rPr>
              <a:t>Durgesh Rithe</a:t>
            </a:r>
            <a:endParaRPr lang="en-US" sz="1600" dirty="0">
              <a:solidFill>
                <a:srgbClr val="FFC000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914400" y="32278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1A1A2E"/>
                </a:solidFill>
                <a:latin typeface="Amasis MT Pro Medium" panose="02040604050005020304" pitchFamily="18" charset="0"/>
                <a:ea typeface="Arial" pitchFamily="34" charset="-122"/>
                <a:cs typeface="Arial" pitchFamily="34" charset="-120"/>
              </a:rPr>
              <a:t>UI/UX Designer</a:t>
            </a:r>
            <a:endParaRPr lang="en-US" sz="1300" dirty="0">
              <a:latin typeface="Amasis MT Pro Medium" panose="020406040500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43132" y="3707892"/>
            <a:ext cx="8229600" cy="777240"/>
          </a:xfrm>
          <a:prstGeom prst="rect">
            <a:avLst/>
          </a:prstGeom>
          <a:solidFill>
            <a:srgbClr val="FFFFFF"/>
          </a:solidFill>
          <a:ln w="38100">
            <a:solidFill>
              <a:srgbClr val="00D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57200" y="3703320"/>
            <a:ext cx="274320" cy="77724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14400" y="3749040"/>
            <a:ext cx="1856935" cy="3200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accent4"/>
                </a:solidFill>
                <a:latin typeface="Arial" pitchFamily="34" charset="0"/>
                <a:cs typeface="Arial" pitchFamily="34" charset="-120"/>
              </a:rPr>
              <a:t>Sanket </a:t>
            </a:r>
            <a:r>
              <a:rPr lang="en-US" sz="1600" b="1" dirty="0" err="1">
                <a:solidFill>
                  <a:schemeClr val="accent4"/>
                </a:solidFill>
                <a:latin typeface="Arial" pitchFamily="34" charset="0"/>
                <a:cs typeface="Arial" pitchFamily="34" charset="-120"/>
              </a:rPr>
              <a:t>Navpute</a:t>
            </a:r>
            <a:endParaRPr lang="en-US" sz="1600" dirty="0">
              <a:solidFill>
                <a:schemeClr val="accent4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914400" y="40965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1A1A2E"/>
                </a:solidFill>
                <a:latin typeface="Amasis MT Pro Medium" panose="02040604050005020304" pitchFamily="18" charset="0"/>
                <a:ea typeface="Arial" pitchFamily="34" charset="-122"/>
                <a:cs typeface="Arial" pitchFamily="34" charset="-120"/>
              </a:rPr>
              <a:t>AI/ML Monitoring</a:t>
            </a:r>
            <a:endParaRPr lang="en-US" sz="1300" dirty="0">
              <a:latin typeface="Amasis MT Pro Medium" panose="020406040500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0F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 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46567" y="822960"/>
            <a:ext cx="4114800" cy="3657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cs typeface="Arial" pitchFamily="34" charset="-120"/>
              </a:rPr>
              <a:t>The problem..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59275" y="1463040"/>
            <a:ext cx="40233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/>
              <a:t>Traditional online examinations lack proper real-time monitoring systems, making cheating detection and exam integrity difficult during remote assessments. </a:t>
            </a:r>
          </a:p>
          <a:p>
            <a:endParaRPr lang="en-US" sz="1600" dirty="0"/>
          </a:p>
          <a:p>
            <a:r>
              <a:rPr lang="en-US" sz="1600" dirty="0"/>
              <a:t>  Students can engage in suspicious activities such as looking away from the screen, talking, leaving the camera view, or switching tabs without immediate detection.</a:t>
            </a:r>
          </a:p>
        </p:txBody>
      </p:sp>
      <p:sp>
        <p:nvSpPr>
          <p:cNvPr id="7" name="Shape 5"/>
          <p:cNvSpPr/>
          <p:nvPr/>
        </p:nvSpPr>
        <p:spPr>
          <a:xfrm>
            <a:off x="4846320" y="822960"/>
            <a:ext cx="3840480" cy="3657600"/>
          </a:xfrm>
          <a:prstGeom prst="rect">
            <a:avLst/>
          </a:prstGeom>
          <a:solidFill>
            <a:srgbClr val="6B21A8"/>
          </a:solidFill>
          <a:ln w="38100">
            <a:solidFill>
              <a:srgbClr val="FF149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0" y="1005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POTENTIAL</a:t>
            </a:r>
            <a:endParaRPr lang="en-US" sz="1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0" y="146304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FF8C00"/>
                </a:solidFill>
              </a:rPr>
              <a:t>Target Users: 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Colleges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Universities
</a:t>
            </a:r>
            <a:r>
              <a:rPr lang="en-IN" sz="1200" dirty="0">
                <a:solidFill>
                  <a:srgbClr val="FFFFFF"/>
                </a:solidFill>
              </a:rPr>
              <a:t>online learning platforms</a:t>
            </a:r>
            <a:endParaRPr lang="en-US" sz="1200" dirty="0">
              <a:solidFill>
                <a:srgbClr val="FFFFFF"/>
              </a:solidFill>
            </a:endParaRPr>
          </a:p>
          <a:p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8C00"/>
                </a:solidFill>
              </a:rPr>
              <a:t>Pain Points: 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No live monitoring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FFFFFF"/>
                </a:solidFill>
              </a:rPr>
              <a:t>Difficult suspicious activity detection</a:t>
            </a:r>
            <a:r>
              <a:rPr lang="en-US" sz="1200" dirty="0">
                <a:solidFill>
                  <a:srgbClr val="FFFFFF"/>
                </a:solidFill>
              </a:rPr>
              <a:t>
Manual supervision efficiency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8C00"/>
                </a:solidFill>
              </a:rPr>
              <a:t>Market Need: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Growing online education platforms require AI-assisted automated proctoring system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0F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 OUR SOLUTION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767444"/>
            <a:ext cx="8229600" cy="535577"/>
          </a:xfrm>
          <a:prstGeom prst="rect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731520"/>
            <a:ext cx="7863840" cy="679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our solution work? What makes it unique?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21786"/>
            <a:ext cx="8229600" cy="947055"/>
          </a:xfrm>
          <a:prstGeom prst="rect">
            <a:avLst/>
          </a:prstGeom>
          <a:solidFill>
            <a:srgbClr val="FFFFFF"/>
          </a:solidFill>
          <a:ln w="254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597877" y="1362728"/>
            <a:ext cx="1828800" cy="3886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1 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633450"/>
            <a:ext cx="7589520" cy="5355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 of key functionality </a:t>
            </a: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400" dirty="0"/>
              <a:t>Real-time AI monitoring using OpenCV and </a:t>
            </a:r>
            <a:r>
              <a:rPr lang="en-US" sz="1400" dirty="0" err="1"/>
              <a:t>MediaPipe</a:t>
            </a:r>
            <a:r>
              <a:rPr lang="en-US" sz="1400" dirty="0"/>
              <a:t> to detect suspicious activities like face absence, head movement, mouth movement, and tab switching during online examinations.</a:t>
            </a:r>
          </a:p>
        </p:txBody>
      </p:sp>
      <p:sp>
        <p:nvSpPr>
          <p:cNvPr id="9" name="Shape 7"/>
          <p:cNvSpPr/>
          <p:nvPr/>
        </p:nvSpPr>
        <p:spPr>
          <a:xfrm>
            <a:off x="457200" y="2518734"/>
            <a:ext cx="8229600" cy="1054460"/>
          </a:xfrm>
          <a:prstGeom prst="rect">
            <a:avLst/>
          </a:prstGeom>
          <a:solidFill>
            <a:srgbClr val="FFFFFF"/>
          </a:solidFill>
          <a:ln w="254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555674" y="2564454"/>
            <a:ext cx="1828800" cy="261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2 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779122"/>
            <a:ext cx="7589520" cy="5572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benefits users : </a:t>
            </a:r>
            <a:r>
              <a:rPr lang="en-US" sz="1400" dirty="0"/>
              <a:t>Ensures fair and secure online examinations through automated real-time monitoring, instant suspicious activity detection, reduced manual supervision, and live admin tracking for better exam integrity.</a:t>
            </a: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r>
              <a:rPr lang="en-US" sz="1400" b="1" dirty="0">
                <a:solidFill>
                  <a:srgbClr val="1A1A2E"/>
                </a:solidFill>
                <a:latin typeface="Arial" pitchFamily="34" charset="0"/>
                <a:cs typeface="Arial" pitchFamily="34" charset="-120"/>
              </a:rPr>
              <a:t>		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15718"/>
            <a:ext cx="8229600" cy="1168953"/>
          </a:xfrm>
          <a:prstGeom prst="rect">
            <a:avLst/>
          </a:prstGeom>
          <a:solidFill>
            <a:srgbClr val="FFFFFF"/>
          </a:solidFill>
          <a:ln w="254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55674" y="3762773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3 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034241"/>
            <a:ext cx="7589520" cy="5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selling point : 1) </a:t>
            </a: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 (Admin can terminate exam)</a:t>
            </a:r>
          </a:p>
          <a:p>
            <a:r>
              <a:rPr lang="en-US" sz="1200" dirty="0">
                <a:solidFill>
                  <a:srgbClr val="1A1A2E"/>
                </a:solidFill>
                <a:latin typeface="Arial" pitchFamily="34" charset="0"/>
                <a:cs typeface="Arial" pitchFamily="34" charset="-120"/>
              </a:rPr>
              <a:t>	                2) Live student monitoring, warning tracking, and activity logs.</a:t>
            </a:r>
          </a:p>
          <a:p>
            <a:r>
              <a:rPr lang="en-US" sz="1200" dirty="0">
                <a:solidFill>
                  <a:srgbClr val="1A1A2E"/>
                </a:solidFill>
                <a:latin typeface="Arial" pitchFamily="34" charset="0"/>
                <a:cs typeface="Arial" pitchFamily="34" charset="-120"/>
              </a:rPr>
              <a:t>                                     3) Automatically terminate exam if student switches the tab.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0F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 TECHNOLOGY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65960" cy="32004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25400">
            <a:solidFill>
              <a:srgbClr val="FF149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965960" cy="457200"/>
          </a:xfrm>
          <a:prstGeom prst="rect">
            <a:avLst/>
          </a:prstGeom>
          <a:solidFill>
            <a:srgbClr val="FF14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1691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1A2E"/>
                </a:solidFill>
                <a:latin typeface="Calibri "/>
                <a:cs typeface="Arial" pitchFamily="34" charset="-120"/>
              </a:rPr>
              <a:t>HTML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1A2E"/>
                </a:solidFill>
                <a:latin typeface="Calibri "/>
                <a:cs typeface="Arial" pitchFamily="34" charset="-120"/>
              </a:rPr>
              <a:t>CSS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1A2E"/>
                </a:solidFill>
                <a:latin typeface="Calibri "/>
                <a:cs typeface="Arial" pitchFamily="34" charset="-120"/>
              </a:rPr>
              <a:t>JavaScript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1A2E"/>
                </a:solidFill>
                <a:latin typeface="Calibri "/>
                <a:cs typeface="Arial" pitchFamily="34" charset="-120"/>
              </a:rPr>
              <a:t>Socket IO</a:t>
            </a:r>
            <a:endParaRPr lang="en-US" dirty="0">
              <a:latin typeface="Calibri 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606040" y="1097280"/>
            <a:ext cx="1965960" cy="32004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25400">
            <a:solidFill>
              <a:srgbClr val="FF8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Shape 7"/>
          <p:cNvSpPr/>
          <p:nvPr/>
        </p:nvSpPr>
        <p:spPr>
          <a:xfrm>
            <a:off x="2606040" y="1097280"/>
            <a:ext cx="1965960" cy="457200"/>
          </a:xfrm>
          <a:prstGeom prst="rect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697480" y="11430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0" y="1737360"/>
            <a:ext cx="1691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dirty="0"/>
              <a:t>Python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dirty="0"/>
              <a:t>Flask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dirty="0"/>
              <a:t>Flask-Socket IO</a:t>
            </a:r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1965960" cy="32004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25400">
            <a:solidFill>
              <a:srgbClr val="6B21A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1965960" cy="457200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846320" y="11430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APIs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1737360"/>
            <a:ext cx="1691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600" dirty="0"/>
              <a:t>Open CV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600" dirty="0"/>
              <a:t>Media Pipe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600" dirty="0"/>
              <a:t>NumPy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600" dirty="0"/>
              <a:t>Webcam API’s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600" dirty="0"/>
              <a:t>Font Awesome</a:t>
            </a:r>
          </a:p>
        </p:txBody>
      </p:sp>
      <p:sp>
        <p:nvSpPr>
          <p:cNvPr id="16" name="Shape 14"/>
          <p:cNvSpPr/>
          <p:nvPr/>
        </p:nvSpPr>
        <p:spPr>
          <a:xfrm>
            <a:off x="6903720" y="1097280"/>
            <a:ext cx="1965960" cy="32004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25400">
            <a:solidFill>
              <a:srgbClr val="00D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7" name="Shape 15"/>
          <p:cNvSpPr/>
          <p:nvPr/>
        </p:nvSpPr>
        <p:spPr>
          <a:xfrm>
            <a:off x="6903720" y="1097280"/>
            <a:ext cx="1965960" cy="45720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Database</a:t>
            </a:r>
          </a:p>
        </p:txBody>
      </p:sp>
      <p:sp>
        <p:nvSpPr>
          <p:cNvPr id="18" name="Text 16"/>
          <p:cNvSpPr/>
          <p:nvPr/>
        </p:nvSpPr>
        <p:spPr>
          <a:xfrm>
            <a:off x="6995160" y="11430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40880" y="1737360"/>
            <a:ext cx="1691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C4F77E-5ABC-5422-1445-C3DABA82DE31}"/>
              </a:ext>
            </a:extLst>
          </p:cNvPr>
          <p:cNvSpPr txBox="1"/>
          <p:nvPr/>
        </p:nvSpPr>
        <p:spPr>
          <a:xfrm>
            <a:off x="6995160" y="1737360"/>
            <a:ext cx="173736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Current : In-memory Python storage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Future : SQLite + </a:t>
            </a:r>
            <a:r>
              <a:rPr lang="en-IN" sz="1600" dirty="0" err="1"/>
              <a:t>SQLAIchemy</a:t>
            </a:r>
            <a:endParaRPr lang="en-IN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0F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 ARCHITECTURE &amp; WORKFLOW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6B21A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8DC2EFFB-D606-745D-D7F8-DCFF9DE6EA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443989"/>
              </p:ext>
            </p:extLst>
          </p:nvPr>
        </p:nvGraphicFramePr>
        <p:xfrm>
          <a:off x="457200" y="914400"/>
          <a:ext cx="8229600" cy="3611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2860"/>
            <a:ext cx="9144000" cy="640080"/>
          </a:xfrm>
          <a:prstGeom prst="rect">
            <a:avLst/>
          </a:prstGeom>
          <a:solidFill>
            <a:srgbClr val="0F0F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 LIVE DEMO &amp;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9610" y="762886"/>
            <a:ext cx="8229600" cy="914400"/>
          </a:xfrm>
          <a:prstGeom prst="rect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84790" y="8229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Demonstration 1:</a:t>
            </a:r>
          </a:p>
          <a:p>
            <a:pPr marL="0" indent="0" algn="l">
              <a:buNone/>
            </a:pPr>
            <a:r>
              <a:rPr lang="en-US" sz="1600" dirty="0"/>
              <a:t>                Candidate Login &amp; Exam Dashboard.</a:t>
            </a:r>
          </a:p>
          <a:p>
            <a:pPr marL="0" indent="0" algn="l">
              <a:buNone/>
            </a:pPr>
            <a:r>
              <a:rPr lang="en-US" sz="1600" dirty="0"/>
              <a:t>               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/>
              <a:t>admin login also available</a:t>
            </a:r>
          </a:p>
        </p:txBody>
      </p:sp>
      <p:sp>
        <p:nvSpPr>
          <p:cNvPr id="6" name="Shape 4"/>
          <p:cNvSpPr/>
          <p:nvPr/>
        </p:nvSpPr>
        <p:spPr>
          <a:xfrm>
            <a:off x="310470" y="1861761"/>
            <a:ext cx="8229600" cy="914400"/>
          </a:xfrm>
          <a:prstGeom prst="rect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931670"/>
            <a:ext cx="810201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Demonstration 2 :</a:t>
            </a:r>
          </a:p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ea typeface="Arial" pitchFamily="34" charset="-122"/>
                <a:cs typeface="Arial" pitchFamily="34" charset="-120"/>
              </a:rPr>
              <a:t>Real-Time Webcam Monitoring &amp; Warning Detection.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rgbClr val="C00000"/>
                </a:solidFill>
                <a:ea typeface="Arial" pitchFamily="34" charset="-122"/>
                <a:cs typeface="Arial" pitchFamily="34" charset="-120"/>
              </a:rPr>
              <a:t>                    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ea typeface="Arial" pitchFamily="34" charset="-122"/>
                <a:cs typeface="Arial" pitchFamily="34" charset="-120"/>
              </a:rPr>
              <a:t>movement detections like head moment , face absence, or mouth movements</a:t>
            </a:r>
          </a:p>
        </p:txBody>
      </p:sp>
      <p:sp>
        <p:nvSpPr>
          <p:cNvPr id="8" name="Shape 6"/>
          <p:cNvSpPr/>
          <p:nvPr/>
        </p:nvSpPr>
        <p:spPr>
          <a:xfrm>
            <a:off x="329610" y="3108960"/>
            <a:ext cx="8229600" cy="1463040"/>
          </a:xfrm>
          <a:prstGeom prst="rect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08893" y="3491201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Demonstration 3 :</a:t>
            </a:r>
          </a:p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      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cs typeface="Arial" pitchFamily="34" charset="-120"/>
              </a:rPr>
              <a:t>Admin Dashboard with Live Activity Logs</a:t>
            </a:r>
            <a:r>
              <a:rPr lang="en-US" sz="1600" dirty="0">
                <a:solidFill>
                  <a:srgbClr val="C00000"/>
                </a:solidFill>
                <a:cs typeface="Arial" pitchFamily="34" charset="-120"/>
              </a:rPr>
              <a:t>.</a:t>
            </a:r>
          </a:p>
          <a:p>
            <a:r>
              <a:rPr lang="en-US" sz="1600" dirty="0">
                <a:solidFill>
                  <a:srgbClr val="C00000"/>
                </a:solidFill>
                <a:cs typeface="Arial" pitchFamily="34" charset="-120"/>
              </a:rPr>
              <a:t>          </a:t>
            </a:r>
            <a:r>
              <a:rPr lang="en-US" sz="1600" dirty="0"/>
              <a:t>Browser tab switching warning</a:t>
            </a:r>
          </a:p>
          <a:p>
            <a:r>
              <a:rPr lang="en-US" sz="1600" dirty="0"/>
              <a:t>          Fullscreen mode monitoring </a:t>
            </a:r>
          </a:p>
          <a:p>
            <a:r>
              <a:rPr lang="en-US" sz="1600" dirty="0"/>
              <a:t>          Instant warning generation system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>
            <a:extLst>
              <a:ext uri="{FF2B5EF4-FFF2-40B4-BE49-F238E27FC236}">
                <a16:creationId xmlns:a16="http://schemas.microsoft.com/office/drawing/2014/main" id="{058EF754-6299-5D89-03D0-6D272835D013}"/>
              </a:ext>
            </a:extLst>
          </p:cNvPr>
          <p:cNvSpPr/>
          <p:nvPr/>
        </p:nvSpPr>
        <p:spPr>
          <a:xfrm>
            <a:off x="378847" y="337625"/>
            <a:ext cx="8229600" cy="1463040"/>
          </a:xfrm>
          <a:prstGeom prst="rect">
            <a:avLst/>
          </a:prstGeom>
          <a:solidFill>
            <a:srgbClr val="FF8C00"/>
          </a:solidFill>
          <a:ln/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Feature Demonstration 4</a:t>
            </a:r>
          </a:p>
          <a:p>
            <a:r>
              <a:rPr lang="en-US" dirty="0"/>
              <a:t>       Live admin dashboard monitoring </a:t>
            </a:r>
          </a:p>
          <a:p>
            <a:r>
              <a:rPr lang="en-US" dirty="0"/>
              <a:t>       Real-time candidate activity logs </a:t>
            </a:r>
          </a:p>
          <a:p>
            <a:r>
              <a:rPr lang="en-US" dirty="0"/>
              <a:t>       Warning tracking system </a:t>
            </a:r>
          </a:p>
          <a:p>
            <a:r>
              <a:rPr lang="en-US" dirty="0"/>
              <a:t>       Admin-controlled candidate termination</a:t>
            </a: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121B3B04-3D46-9A20-9ADB-6A189D0D2493}"/>
              </a:ext>
            </a:extLst>
          </p:cNvPr>
          <p:cNvSpPr/>
          <p:nvPr/>
        </p:nvSpPr>
        <p:spPr>
          <a:xfrm>
            <a:off x="329610" y="2329088"/>
            <a:ext cx="8229600" cy="1616899"/>
          </a:xfrm>
          <a:prstGeom prst="rect">
            <a:avLst/>
          </a:prstGeom>
          <a:solidFill>
            <a:srgbClr val="FF8C00"/>
          </a:solidFill>
          <a:ln/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Feature Demonstration 5</a:t>
            </a:r>
          </a:p>
          <a:p>
            <a:r>
              <a:rPr lang="en-US" dirty="0"/>
              <a:t>         Automatic exam submission after termination </a:t>
            </a:r>
          </a:p>
          <a:p>
            <a:r>
              <a:rPr lang="en-US" dirty="0"/>
              <a:t>         Real-time Socket.IO communication </a:t>
            </a:r>
          </a:p>
          <a:p>
            <a:r>
              <a:rPr lang="en-US" dirty="0"/>
              <a:t>         Smooth AI detection workflow</a:t>
            </a:r>
          </a:p>
        </p:txBody>
      </p:sp>
    </p:spTree>
    <p:extLst>
      <p:ext uri="{BB962C8B-B14F-4D97-AF65-F5344CB8AC3E}">
        <p14:creationId xmlns:p14="http://schemas.microsoft.com/office/powerpoint/2010/main" val="568701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0F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06. CHALLENGES &amp; SOLUTIONS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02336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FF149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1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485900"/>
            <a:ext cx="3657600" cy="3001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00000"/>
                </a:solidFill>
              </a:rPr>
              <a:t>Real Time Frame Process handling without causing system lag , or high CPU usage during online examinations.</a:t>
            </a:r>
          </a:p>
          <a:p>
            <a:pPr marL="342900" indent="-342900">
              <a:buSzPct val="100000"/>
              <a:buChar char="•"/>
            </a:pPr>
            <a:endParaRPr lang="en-US" sz="1600" dirty="0">
              <a:solidFill>
                <a:srgbClr val="C00000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00000"/>
                </a:solidFill>
              </a:rPr>
              <a:t>Low-latency communication</a:t>
            </a:r>
          </a:p>
          <a:p>
            <a:pPr>
              <a:buSzPct val="100000"/>
            </a:pPr>
            <a:endParaRPr lang="en-US" sz="1600" dirty="0">
              <a:solidFill>
                <a:srgbClr val="C00000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00000"/>
                </a:solidFill>
              </a:rPr>
              <a:t>False Warning Generation for very small or casual activities. </a:t>
            </a:r>
          </a:p>
          <a:p>
            <a:pPr>
              <a:buSzPct val="100000"/>
            </a:pPr>
            <a:endParaRPr lang="en-US" sz="1600" dirty="0">
              <a:solidFill>
                <a:srgbClr val="C00000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00000"/>
                </a:solidFill>
              </a:rPr>
              <a:t>Managing Multiple Candidate Activities</a:t>
            </a:r>
          </a:p>
        </p:txBody>
      </p:sp>
      <p:sp>
        <p:nvSpPr>
          <p:cNvPr id="7" name="Shape 5"/>
          <p:cNvSpPr/>
          <p:nvPr/>
        </p:nvSpPr>
        <p:spPr>
          <a:xfrm>
            <a:off x="4663440" y="914400"/>
            <a:ext cx="402336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FF8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84632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461977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00000"/>
                </a:solidFill>
              </a:rPr>
              <a:t>Optimized OpenCV frame processing and reduced frame transfer load.</a:t>
            </a:r>
          </a:p>
          <a:p>
            <a:pPr marL="342900" indent="-342900">
              <a:buSzPct val="100000"/>
              <a:buChar char="•"/>
            </a:pPr>
            <a:endParaRPr lang="en-US" sz="1600" dirty="0">
              <a:solidFill>
                <a:srgbClr val="C00000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00000"/>
                </a:solidFill>
              </a:rPr>
              <a:t>Used Socket.IO for fast real time communication</a:t>
            </a:r>
          </a:p>
          <a:p>
            <a:pPr marL="342900" indent="-342900">
              <a:buSzPct val="100000"/>
              <a:buChar char="•"/>
            </a:pPr>
            <a:endParaRPr lang="en-US" sz="1600" dirty="0">
              <a:solidFill>
                <a:srgbClr val="C00000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00000"/>
                </a:solidFill>
              </a:rPr>
              <a:t>Added detection thresholds and delay logic .</a:t>
            </a:r>
          </a:p>
          <a:p>
            <a:pPr marL="342900" indent="-342900">
              <a:buSzPct val="100000"/>
              <a:buChar char="•"/>
            </a:pPr>
            <a:endParaRPr lang="en-US" sz="1600" dirty="0">
              <a:solidFill>
                <a:srgbClr val="C00000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00000"/>
                </a:solidFill>
              </a:rPr>
              <a:t>Developed a live admin dashboard with real time activity logs and monitoring features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0F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07. RESULTS &amp; METRICS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920240" cy="2560320"/>
          </a:xfrm>
          <a:prstGeom prst="roundRect">
            <a:avLst>
              <a:gd name="adj" fmla="val 7143"/>
            </a:avLst>
          </a:prstGeom>
          <a:solidFill>
            <a:srgbClr val="FF8C00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~90%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Detection Accuracy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651760" y="1097280"/>
            <a:ext cx="1920240" cy="2560320"/>
          </a:xfrm>
          <a:prstGeom prst="roundRect">
            <a:avLst>
              <a:gd name="adj" fmla="val 7143"/>
            </a:avLst>
          </a:prstGeom>
          <a:solidFill>
            <a:srgbClr val="FF1493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0" y="13716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500ms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743200" y="219456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Frame Processing Interval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1920240" cy="2560320"/>
          </a:xfrm>
          <a:prstGeom prst="roundRect">
            <a:avLst>
              <a:gd name="adj" fmla="val 7143"/>
            </a:avLst>
          </a:prstGeom>
          <a:solidFill>
            <a:srgbClr val="6B21A8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46320" y="13716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5+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846320" y="219456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 Types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949439" y="1097280"/>
            <a:ext cx="2159390" cy="2560320"/>
          </a:xfrm>
          <a:prstGeom prst="roundRect">
            <a:avLst>
              <a:gd name="adj" fmla="val 7143"/>
            </a:avLst>
          </a:prstGeom>
          <a:solidFill>
            <a:srgbClr val="00D9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Low-latency frame processing using Socket.IO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live admin dashboard for monitoring candidates</a:t>
            </a:r>
            <a:endParaRPr lang="en-IN" b="1" dirty="0"/>
          </a:p>
        </p:txBody>
      </p:sp>
      <p:sp>
        <p:nvSpPr>
          <p:cNvPr id="14" name="Text 12"/>
          <p:cNvSpPr/>
          <p:nvPr/>
        </p:nvSpPr>
        <p:spPr>
          <a:xfrm>
            <a:off x="6949440" y="13716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949439" y="1214846"/>
            <a:ext cx="2067951" cy="2076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showing project impact, performance gains, and user engagement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0F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08. FUTURE 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457200" cy="45720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188720" y="1005840"/>
            <a:ext cx="7315200" cy="1108710"/>
          </a:xfrm>
          <a:prstGeom prst="rect">
            <a:avLst/>
          </a:prstGeom>
          <a:solidFill>
            <a:srgbClr val="FFFFFF"/>
          </a:solidFill>
          <a:ln w="254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71600" y="1143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MVP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0" y="1165859"/>
            <a:ext cx="5029200" cy="8458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cs typeface="Arial" pitchFamily="34" charset="-120"/>
              </a:rPr>
              <a:t>Candidate Login System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cs typeface="Arial" pitchFamily="34" charset="-120"/>
              </a:rPr>
              <a:t>Suspicious activity detection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1A1A2E"/>
                </a:solidFill>
                <a:latin typeface="Arial" pitchFamily="34" charset="0"/>
                <a:cs typeface="Arial" pitchFamily="34" charset="-120"/>
              </a:rPr>
              <a:t>Warning generation system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1A1A2E"/>
                </a:solidFill>
                <a:latin typeface="Arial" pitchFamily="34" charset="0"/>
                <a:cs typeface="Arial" pitchFamily="34" charset="-120"/>
              </a:rPr>
              <a:t>Browser tab switching integration</a:t>
            </a:r>
            <a:endParaRPr lang="en-US" sz="1200" dirty="0">
              <a:solidFill>
                <a:srgbClr val="1A1A2E"/>
              </a:solidFill>
              <a:latin typeface="Arial" pitchFamily="34" charset="0"/>
              <a:cs typeface="Arial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cs typeface="Arial" pitchFamily="34" charset="-120"/>
              </a:rPr>
              <a:t>Live Admin dashboard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3526" y="2343150"/>
            <a:ext cx="457200" cy="45720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68843" y="234315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188720" y="2263140"/>
            <a:ext cx="7315200" cy="937259"/>
          </a:xfrm>
          <a:prstGeom prst="rect">
            <a:avLst/>
          </a:prstGeom>
          <a:solidFill>
            <a:srgbClr val="FFFFFF"/>
          </a:solidFill>
          <a:ln w="254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371600" y="233118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66319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accent2"/>
                </a:solidFill>
              </a:rPr>
              <a:t>Advanced Features </a:t>
            </a:r>
          </a:p>
        </p:txBody>
      </p:sp>
      <p:sp>
        <p:nvSpPr>
          <p:cNvPr id="15" name="Text 13"/>
          <p:cNvSpPr/>
          <p:nvPr/>
        </p:nvSpPr>
        <p:spPr>
          <a:xfrm>
            <a:off x="3474720" y="243459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cs typeface="Arial" pitchFamily="34" charset="-120"/>
              </a:rPr>
              <a:t>SQLite database integration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cs typeface="Arial" pitchFamily="34" charset="-120"/>
              </a:rPr>
              <a:t>Voice and audio detection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cs typeface="Arial" pitchFamily="34" charset="-120"/>
              </a:rPr>
              <a:t>Multi-room examination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Face 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recognisation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authentication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1A1A2E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63526" y="3474720"/>
            <a:ext cx="457200" cy="45720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864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097280" y="3337559"/>
            <a:ext cx="7315200" cy="957993"/>
          </a:xfrm>
          <a:prstGeom prst="rect">
            <a:avLst/>
          </a:prstGeom>
          <a:solidFill>
            <a:srgbClr val="FFFFFF"/>
          </a:solidFill>
          <a:ln w="254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295046" y="3383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3749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8C00"/>
                </a:solidFill>
                <a:latin typeface="Arial" pitchFamily="34" charset="0"/>
                <a:cs typeface="Arial" pitchFamily="34" charset="-120"/>
              </a:rPr>
              <a:t>Future Expansion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98166" y="3366267"/>
            <a:ext cx="4937760" cy="8399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phone detection </a:t>
            </a:r>
            <a:endParaRPr lang="en-US" sz="1200" dirty="0">
              <a:solidFill>
                <a:srgbClr val="1A1A2E"/>
              </a:solidFill>
              <a:latin typeface="Arial" pitchFamily="34" charset="0"/>
              <a:cs typeface="Arial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cs typeface="Arial" pitchFamily="34" charset="-120"/>
              </a:rPr>
              <a:t>Cloud deployment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cs typeface="Arial" pitchFamily="34" charset="-120"/>
              </a:rPr>
              <a:t>Deep-learning </a:t>
            </a:r>
            <a:r>
              <a:rPr lang="en-US" sz="1200" dirty="0" err="1">
                <a:solidFill>
                  <a:srgbClr val="1A1A2E"/>
                </a:solidFill>
                <a:latin typeface="Arial" pitchFamily="34" charset="0"/>
                <a:cs typeface="Arial" pitchFamily="34" charset="-120"/>
              </a:rPr>
              <a:t>behaviour</a:t>
            </a:r>
            <a:r>
              <a:rPr lang="en-US" sz="1200" dirty="0">
                <a:solidFill>
                  <a:srgbClr val="1A1A2E"/>
                </a:solidFill>
                <a:latin typeface="Arial" pitchFamily="34" charset="0"/>
                <a:cs typeface="Arial" pitchFamily="34" charset="-120"/>
              </a:rPr>
              <a:t> analysis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Institution-wide monitoring system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“Building Smarter and More Secure Online Examinations Through AI”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0" y="2651760"/>
            <a:ext cx="5486400" cy="1645920"/>
          </a:xfrm>
          <a:prstGeom prst="rect">
            <a:avLst/>
          </a:prstGeom>
          <a:solidFill>
            <a:srgbClr val="6B21A8"/>
          </a:solidFill>
          <a:ln w="254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011680" y="27889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WITH US</a:t>
            </a:r>
            <a:endParaRPr lang="en-US" sz="1400" dirty="0">
              <a:solidFill>
                <a:srgbClr val="FFFF0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2011680" y="320040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Team Email: teamproctorx03@gmail.com
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FFFFFF"/>
                </a:solidFill>
              </a:rPr>
              <a:t>GitHub: </a:t>
            </a:r>
            <a:r>
              <a:rPr lang="en-US" sz="1200" dirty="0">
                <a:solidFill>
                  <a:srgbClr val="00B0F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https://github.com/Aditya03N/ai-proctoring-system.git</a:t>
            </a:r>
            <a:r>
              <a:rPr lang="en-US" sz="1200" dirty="0">
                <a:solidFill>
                  <a:srgbClr val="FFFFFF"/>
                </a:solidFill>
              </a:rPr>
              <a:t>
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FF14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6B682D-3190-5175-6F3B-B31569015C04}"/>
              </a:ext>
            </a:extLst>
          </p:cNvPr>
          <p:cNvSpPr txBox="1"/>
          <p:nvPr/>
        </p:nvSpPr>
        <p:spPr>
          <a:xfrm>
            <a:off x="3397348" y="4591721"/>
            <a:ext cx="28416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92D050"/>
                </a:solidFill>
                <a:latin typeface="Algerian" panose="04020705040A02060702" pitchFamily="82" charset="0"/>
              </a:rPr>
              <a:t>With </a:t>
            </a:r>
            <a:r>
              <a:rPr lang="en-IN" sz="900" dirty="0">
                <a:solidFill>
                  <a:srgbClr val="92D050"/>
                </a:solidFill>
                <a:latin typeface="Algerian" panose="04020705040A02060702" pitchFamily="82" charset="0"/>
              </a:rPr>
              <a:t>❤️</a:t>
            </a:r>
            <a:r>
              <a:rPr lang="en-US" sz="900" dirty="0">
                <a:solidFill>
                  <a:srgbClr val="92D050"/>
                </a:solidFill>
                <a:latin typeface="Algerian" panose="04020705040A02060702" pitchFamily="82" charset="0"/>
              </a:rPr>
              <a:t> from Team Proctor X</a:t>
            </a:r>
            <a:endParaRPr lang="en-IN" sz="900" dirty="0">
              <a:solidFill>
                <a:srgbClr val="92D050"/>
              </a:solidFill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690</Words>
  <Application>Microsoft Office PowerPoint</Application>
  <PresentationFormat>On-screen Show (16:9)</PresentationFormat>
  <Paragraphs>162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Algerian</vt:lpstr>
      <vt:lpstr>Amasis MT Pro Medium</vt:lpstr>
      <vt:lpstr>Arial</vt:lpstr>
      <vt:lpstr>Calibri 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Sycet Ignite - Project Presentation Template</dc:title>
  <dc:subject>PptxGenJS Presentation</dc:subject>
  <dc:creator>Sycet Ignite Participants</dc:creator>
  <cp:lastModifiedBy>aditya anande</cp:lastModifiedBy>
  <cp:revision>6</cp:revision>
  <dcterms:created xsi:type="dcterms:W3CDTF">2026-05-09T07:59:50Z</dcterms:created>
  <dcterms:modified xsi:type="dcterms:W3CDTF">2026-05-15T18:10:56Z</dcterms:modified>
</cp:coreProperties>
</file>